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0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59" r:id="rId6"/>
    <p:sldId id="262" r:id="rId7"/>
    <p:sldId id="265" r:id="rId8"/>
    <p:sldId id="263" r:id="rId9"/>
    <p:sldId id="270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DD364-245A-0E84-3B21-1D6FEA88793B}" v="14" dt="2026-01-24T01:54:10.186"/>
    <p1510:client id="{30A06CD1-76E4-CA1A-6DBD-82481BB28AEC}" v="14" dt="2026-01-24T01:51:14.873"/>
    <p1510:client id="{4F6B6F61-37DC-989D-1431-25C34ACFB716}" v="20" dt="2026-01-24T15:36:42.342"/>
    <p1510:client id="{DD451E74-B094-83B5-662C-53768FAD305F}" v="2" dt="2026-01-24T15:52:43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wamurede Jesutomisin Adetiba" userId="S::oadetiba@uwo.ca::1ae1ed34-d53f-48a1-9410-506b260e7430" providerId="AD" clId="Web-{2EE8844E-242E-596C-A009-9423F2B6AE6D}"/>
    <pc:docChg chg="modSld">
      <pc:chgData name="Oluwamurede Jesutomisin Adetiba" userId="S::oadetiba@uwo.ca::1ae1ed34-d53f-48a1-9410-506b260e7430" providerId="AD" clId="Web-{2EE8844E-242E-596C-A009-9423F2B6AE6D}" dt="2026-01-16T07:30:47.689" v="260" actId="14100"/>
      <pc:docMkLst>
        <pc:docMk/>
      </pc:docMkLst>
      <pc:sldChg chg="modSp">
        <pc:chgData name="Oluwamurede Jesutomisin Adetiba" userId="S::oadetiba@uwo.ca::1ae1ed34-d53f-48a1-9410-506b260e7430" providerId="AD" clId="Web-{2EE8844E-242E-596C-A009-9423F2B6AE6D}" dt="2026-01-16T07:05:46.559" v="9" actId="1076"/>
        <pc:sldMkLst>
          <pc:docMk/>
          <pc:sldMk cId="3039756111" sldId="258"/>
        </pc:sldMkLst>
        <pc:graphicFrameChg chg="mod">
          <ac:chgData name="Oluwamurede Jesutomisin Adetiba" userId="S::oadetiba@uwo.ca::1ae1ed34-d53f-48a1-9410-506b260e7430" providerId="AD" clId="Web-{2EE8844E-242E-596C-A009-9423F2B6AE6D}" dt="2026-01-16T07:05:46.559" v="9" actId="1076"/>
          <ac:graphicFrameMkLst>
            <pc:docMk/>
            <pc:sldMk cId="3039756111" sldId="258"/>
            <ac:graphicFrameMk id="5" creationId="{B6F00A8E-A21B-9AEE-8BE1-366C6D3CAE68}"/>
          </ac:graphicFrameMkLst>
        </pc:graphicFrameChg>
      </pc:sldChg>
      <pc:sldChg chg="addSp delSp modSp">
        <pc:chgData name="Oluwamurede Jesutomisin Adetiba" userId="S::oadetiba@uwo.ca::1ae1ed34-d53f-48a1-9410-506b260e7430" providerId="AD" clId="Web-{2EE8844E-242E-596C-A009-9423F2B6AE6D}" dt="2026-01-16T07:30:47.689" v="260" actId="14100"/>
        <pc:sldMkLst>
          <pc:docMk/>
          <pc:sldMk cId="2393208939" sldId="263"/>
        </pc:sldMkLst>
        <pc:graphicFrameChg chg="add del mod modGraphic">
          <ac:chgData name="Oluwamurede Jesutomisin Adetiba" userId="S::oadetiba@uwo.ca::1ae1ed34-d53f-48a1-9410-506b260e7430" providerId="AD" clId="Web-{2EE8844E-242E-596C-A009-9423F2B6AE6D}" dt="2026-01-16T07:29:58.189" v="251" actId="1076"/>
          <ac:graphicFrameMkLst>
            <pc:docMk/>
            <pc:sldMk cId="2393208939" sldId="263"/>
            <ac:graphicFrameMk id="636" creationId="{D98DDC06-B9A8-0A1A-1E6D-2C2B57576F74}"/>
          </ac:graphicFrameMkLst>
        </pc:graphicFrameChg>
        <pc:graphicFrameChg chg="add mod modGraphic">
          <ac:chgData name="Oluwamurede Jesutomisin Adetiba" userId="S::oadetiba@uwo.ca::1ae1ed34-d53f-48a1-9410-506b260e7430" providerId="AD" clId="Web-{2EE8844E-242E-596C-A009-9423F2B6AE6D}" dt="2026-01-16T07:30:27.986" v="257" actId="14100"/>
          <ac:graphicFrameMkLst>
            <pc:docMk/>
            <pc:sldMk cId="2393208939" sldId="263"/>
            <ac:graphicFrameMk id="701" creationId="{E9B0BF18-7A18-9E9A-2F01-AF2BD9341F72}"/>
          </ac:graphicFrameMkLst>
        </pc:graphicFrameChg>
        <pc:graphicFrameChg chg="add mod modGraphic">
          <ac:chgData name="Oluwamurede Jesutomisin Adetiba" userId="S::oadetiba@uwo.ca::1ae1ed34-d53f-48a1-9410-506b260e7430" providerId="AD" clId="Web-{2EE8844E-242E-596C-A009-9423F2B6AE6D}" dt="2026-01-16T07:30:06.564" v="253" actId="1076"/>
          <ac:graphicFrameMkLst>
            <pc:docMk/>
            <pc:sldMk cId="2393208939" sldId="263"/>
            <ac:graphicFrameMk id="818" creationId="{4526585D-FF7F-0737-4D9E-11F96C04063F}"/>
          </ac:graphicFrameMkLst>
        </pc:graphicFrameChg>
        <pc:graphicFrameChg chg="add mod modGraphic">
          <ac:chgData name="Oluwamurede Jesutomisin Adetiba" userId="S::oadetiba@uwo.ca::1ae1ed34-d53f-48a1-9410-506b260e7430" providerId="AD" clId="Web-{2EE8844E-242E-596C-A009-9423F2B6AE6D}" dt="2026-01-16T07:30:47.689" v="260" actId="14100"/>
          <ac:graphicFrameMkLst>
            <pc:docMk/>
            <pc:sldMk cId="2393208939" sldId="263"/>
            <ac:graphicFrameMk id="906" creationId="{D0D3365E-353F-DB12-4961-72BB0119F24C}"/>
          </ac:graphicFrameMkLst>
        </pc:graphicFrameChg>
        <pc:picChg chg="mod">
          <ac:chgData name="Oluwamurede Jesutomisin Adetiba" userId="S::oadetiba@uwo.ca::1ae1ed34-d53f-48a1-9410-506b260e7430" providerId="AD" clId="Web-{2EE8844E-242E-596C-A009-9423F2B6AE6D}" dt="2026-01-16T07:21:38.477" v="170" actId="1076"/>
          <ac:picMkLst>
            <pc:docMk/>
            <pc:sldMk cId="2393208939" sldId="263"/>
            <ac:picMk id="6" creationId="{5E72B340-131D-6D81-5DE0-3FF6AE1817C4}"/>
          </ac:picMkLst>
        </pc:picChg>
      </pc:sldChg>
      <pc:sldChg chg="modSp">
        <pc:chgData name="Oluwamurede Jesutomisin Adetiba" userId="S::oadetiba@uwo.ca::1ae1ed34-d53f-48a1-9410-506b260e7430" providerId="AD" clId="Web-{2EE8844E-242E-596C-A009-9423F2B6AE6D}" dt="2026-01-16T07:08:15.638" v="10" actId="1076"/>
        <pc:sldMkLst>
          <pc:docMk/>
          <pc:sldMk cId="1374096785" sldId="265"/>
        </pc:sldMkLst>
        <pc:graphicFrameChg chg="mod">
          <ac:chgData name="Oluwamurede Jesutomisin Adetiba" userId="S::oadetiba@uwo.ca::1ae1ed34-d53f-48a1-9410-506b260e7430" providerId="AD" clId="Web-{2EE8844E-242E-596C-A009-9423F2B6AE6D}" dt="2026-01-16T07:08:15.638" v="10" actId="1076"/>
          <ac:graphicFrameMkLst>
            <pc:docMk/>
            <pc:sldMk cId="1374096785" sldId="265"/>
            <ac:graphicFrameMk id="4" creationId="{288F4FC1-AD89-7590-075D-6E83EBA74CFC}"/>
          </ac:graphicFrameMkLst>
        </pc:graphicFrameChg>
        <pc:picChg chg="mod modCrop">
          <ac:chgData name="Oluwamurede Jesutomisin Adetiba" userId="S::oadetiba@uwo.ca::1ae1ed34-d53f-48a1-9410-506b260e7430" providerId="AD" clId="Web-{2EE8844E-242E-596C-A009-9423F2B6AE6D}" dt="2026-01-16T07:02:42.683" v="7"/>
          <ac:picMkLst>
            <pc:docMk/>
            <pc:sldMk cId="1374096785" sldId="265"/>
            <ac:picMk id="6" creationId="{7491DE72-974F-F310-4935-19BFB136BAC2}"/>
          </ac:picMkLst>
        </pc:picChg>
      </pc:sldChg>
    </pc:docChg>
  </pc:docChgLst>
  <pc:docChgLst>
    <pc:chgData name="Alexander John Hazen" userId="S::ahazen@uwo.ca::1eb57320-36c1-44e9-8336-d070d099268d" providerId="AD" clId="Web-{1EADA58B-9547-48E3-ACBE-C79FA3177D14}"/>
    <pc:docChg chg="modSld">
      <pc:chgData name="Alexander John Hazen" userId="S::ahazen@uwo.ca::1eb57320-36c1-44e9-8336-d070d099268d" providerId="AD" clId="Web-{1EADA58B-9547-48E3-ACBE-C79FA3177D14}" dt="2026-01-16T06:27:43.112" v="342"/>
      <pc:docMkLst>
        <pc:docMk/>
      </pc:docMkLst>
      <pc:sldChg chg="modNotes">
        <pc:chgData name="Alexander John Hazen" userId="S::ahazen@uwo.ca::1eb57320-36c1-44e9-8336-d070d099268d" providerId="AD" clId="Web-{1EADA58B-9547-48E3-ACBE-C79FA3177D14}" dt="2026-01-16T06:25:03.008" v="289"/>
        <pc:sldMkLst>
          <pc:docMk/>
          <pc:sldMk cId="3137824330" sldId="262"/>
        </pc:sldMkLst>
      </pc:sldChg>
      <pc:sldChg chg="addSp delSp modSp">
        <pc:chgData name="Alexander John Hazen" userId="S::ahazen@uwo.ca::1eb57320-36c1-44e9-8336-d070d099268d" providerId="AD" clId="Web-{1EADA58B-9547-48E3-ACBE-C79FA3177D14}" dt="2026-01-16T06:01:48.219" v="75" actId="1076"/>
        <pc:sldMkLst>
          <pc:docMk/>
          <pc:sldMk cId="1374096785" sldId="265"/>
        </pc:sldMkLst>
        <pc:graphicFrameChg chg="mod">
          <ac:chgData name="Alexander John Hazen" userId="S::ahazen@uwo.ca::1eb57320-36c1-44e9-8336-d070d099268d" providerId="AD" clId="Web-{1EADA58B-9547-48E3-ACBE-C79FA3177D14}" dt="2026-01-16T05:55:19.695" v="12" actId="1076"/>
          <ac:graphicFrameMkLst>
            <pc:docMk/>
            <pc:sldMk cId="1374096785" sldId="265"/>
            <ac:graphicFrameMk id="4" creationId="{288F4FC1-AD89-7590-075D-6E83EBA74CFC}"/>
          </ac:graphicFrameMkLst>
        </pc:graphicFrameChg>
        <pc:graphicFrameChg chg="mod">
          <ac:chgData name="Alexander John Hazen" userId="S::ahazen@uwo.ca::1eb57320-36c1-44e9-8336-d070d099268d" providerId="AD" clId="Web-{1EADA58B-9547-48E3-ACBE-C79FA3177D14}" dt="2026-01-16T05:55:19.726" v="13" actId="1076"/>
          <ac:graphicFrameMkLst>
            <pc:docMk/>
            <pc:sldMk cId="1374096785" sldId="265"/>
            <ac:graphicFrameMk id="155" creationId="{927919F1-8415-B6D0-7087-5F9214180F3F}"/>
          </ac:graphicFrameMkLst>
        </pc:graphicFrameChg>
        <pc:graphicFrameChg chg="add mod modGraphic">
          <ac:chgData name="Alexander John Hazen" userId="S::ahazen@uwo.ca::1eb57320-36c1-44e9-8336-d070d099268d" providerId="AD" clId="Web-{1EADA58B-9547-48E3-ACBE-C79FA3177D14}" dt="2026-01-16T06:01:48.219" v="75" actId="1076"/>
          <ac:graphicFrameMkLst>
            <pc:docMk/>
            <pc:sldMk cId="1374096785" sldId="265"/>
            <ac:graphicFrameMk id="171" creationId="{A81AB020-3167-24BC-EEA4-0D32EAF4F7C4}"/>
          </ac:graphicFrameMkLst>
        </pc:graphicFrameChg>
        <pc:graphicFrameChg chg="mod">
          <ac:chgData name="Alexander John Hazen" userId="S::ahazen@uwo.ca::1eb57320-36c1-44e9-8336-d070d099268d" providerId="AD" clId="Web-{1EADA58B-9547-48E3-ACBE-C79FA3177D14}" dt="2026-01-16T05:55:19.742" v="14" actId="1076"/>
          <ac:graphicFrameMkLst>
            <pc:docMk/>
            <pc:sldMk cId="1374096785" sldId="265"/>
            <ac:graphicFrameMk id="254" creationId="{E748DA33-1920-3A2C-8E89-F216B5B07006}"/>
          </ac:graphicFrameMkLst>
        </pc:graphicFrameChg>
        <pc:graphicFrameChg chg="mod modGraphic">
          <ac:chgData name="Alexander John Hazen" userId="S::ahazen@uwo.ca::1eb57320-36c1-44e9-8336-d070d099268d" providerId="AD" clId="Web-{1EADA58B-9547-48E3-ACBE-C79FA3177D14}" dt="2026-01-16T05:55:19.773" v="15" actId="1076"/>
          <ac:graphicFrameMkLst>
            <pc:docMk/>
            <pc:sldMk cId="1374096785" sldId="265"/>
            <ac:graphicFrameMk id="586" creationId="{53A33780-2D55-8D21-8000-54C93C6AD58F}"/>
          </ac:graphicFrameMkLst>
        </pc:graphicFrameChg>
      </pc:sldChg>
      <pc:sldChg chg="delSp modSp modNotes">
        <pc:chgData name="Alexander John Hazen" userId="S::ahazen@uwo.ca::1eb57320-36c1-44e9-8336-d070d099268d" providerId="AD" clId="Web-{1EADA58B-9547-48E3-ACBE-C79FA3177D14}" dt="2026-01-16T06:27:43.112" v="342"/>
        <pc:sldMkLst>
          <pc:docMk/>
          <pc:sldMk cId="3600641376" sldId="268"/>
        </pc:sldMkLst>
        <pc:spChg chg="mod">
          <ac:chgData name="Alexander John Hazen" userId="S::ahazen@uwo.ca::1eb57320-36c1-44e9-8336-d070d099268d" providerId="AD" clId="Web-{1EADA58B-9547-48E3-ACBE-C79FA3177D14}" dt="2026-01-16T05:59:06.246" v="21" actId="1076"/>
          <ac:spMkLst>
            <pc:docMk/>
            <pc:sldMk cId="3600641376" sldId="268"/>
            <ac:spMk id="7" creationId="{B6D253FE-E34F-1812-1BE5-3C34BCAEA3AE}"/>
          </ac:spMkLst>
        </pc:spChg>
        <pc:spChg chg="mod">
          <ac:chgData name="Alexander John Hazen" userId="S::ahazen@uwo.ca::1eb57320-36c1-44e9-8336-d070d099268d" providerId="AD" clId="Web-{1EADA58B-9547-48E3-ACBE-C79FA3177D14}" dt="2026-01-16T05:59:03.324" v="20" actId="1076"/>
          <ac:spMkLst>
            <pc:docMk/>
            <pc:sldMk cId="3600641376" sldId="268"/>
            <ac:spMk id="8" creationId="{58BCA226-8637-7180-1AE0-780D84825663}"/>
          </ac:spMkLst>
        </pc:spChg>
        <pc:spChg chg="mod">
          <ac:chgData name="Alexander John Hazen" userId="S::ahazen@uwo.ca::1eb57320-36c1-44e9-8336-d070d099268d" providerId="AD" clId="Web-{1EADA58B-9547-48E3-ACBE-C79FA3177D14}" dt="2026-01-16T05:58:57.637" v="18" actId="1076"/>
          <ac:spMkLst>
            <pc:docMk/>
            <pc:sldMk cId="3600641376" sldId="268"/>
            <ac:spMk id="9" creationId="{8B895904-1D28-572F-9C7B-61A1C630B37B}"/>
          </ac:spMkLst>
        </pc:spChg>
        <pc:spChg chg="mod">
          <ac:chgData name="Alexander John Hazen" userId="S::ahazen@uwo.ca::1eb57320-36c1-44e9-8336-d070d099268d" providerId="AD" clId="Web-{1EADA58B-9547-48E3-ACBE-C79FA3177D14}" dt="2026-01-16T05:59:00.121" v="19" actId="1076"/>
          <ac:spMkLst>
            <pc:docMk/>
            <pc:sldMk cId="3600641376" sldId="268"/>
            <ac:spMk id="10" creationId="{94C6FC5E-AC15-8FBE-A5B8-813E57D6C727}"/>
          </ac:spMkLst>
        </pc:spChg>
        <pc:spChg chg="mod">
          <ac:chgData name="Alexander John Hazen" userId="S::ahazen@uwo.ca::1eb57320-36c1-44e9-8336-d070d099268d" providerId="AD" clId="Web-{1EADA58B-9547-48E3-ACBE-C79FA3177D14}" dt="2026-01-16T06:27:26.206" v="311" actId="1076"/>
          <ac:spMkLst>
            <pc:docMk/>
            <pc:sldMk cId="3600641376" sldId="268"/>
            <ac:spMk id="12" creationId="{45DD1E45-1421-6E9F-9C88-79227630E59D}"/>
          </ac:spMkLst>
        </pc:spChg>
        <pc:spChg chg="mod">
          <ac:chgData name="Alexander John Hazen" userId="S::ahazen@uwo.ca::1eb57320-36c1-44e9-8336-d070d099268d" providerId="AD" clId="Web-{1EADA58B-9547-48E3-ACBE-C79FA3177D14}" dt="2026-01-16T06:13:47.820" v="97" actId="20577"/>
          <ac:spMkLst>
            <pc:docMk/>
            <pc:sldMk cId="3600641376" sldId="268"/>
            <ac:spMk id="13" creationId="{A7B6B6C1-4943-A61C-D42F-6D3960C63222}"/>
          </ac:spMkLst>
        </pc:spChg>
        <pc:graphicFrameChg chg="mod">
          <ac:chgData name="Alexander John Hazen" userId="S::ahazen@uwo.ca::1eb57320-36c1-44e9-8336-d070d099268d" providerId="AD" clId="Web-{1EADA58B-9547-48E3-ACBE-C79FA3177D14}" dt="2026-01-16T06:20:13.442" v="165" actId="14100"/>
          <ac:graphicFrameMkLst>
            <pc:docMk/>
            <pc:sldMk cId="3600641376" sldId="268"/>
            <ac:graphicFrameMk id="14" creationId="{42CEA93E-4798-1A64-14AE-7895B723BFB1}"/>
          </ac:graphicFrameMkLst>
        </pc:graphicFrameChg>
      </pc:sldChg>
    </pc:docChg>
  </pc:docChgLst>
  <pc:docChgLst>
    <pc:chgData name="Jan Wodnicki" userId="S::jwodnick@uwo.ca::afe7e6e6-f0d2-47ab-8b66-3ecf5ffdb9f4" providerId="AD" clId="Web-{28E86C44-130B-BC49-D685-EBB020C19E4B}"/>
    <pc:docChg chg="modSld">
      <pc:chgData name="Jan Wodnicki" userId="S::jwodnick@uwo.ca::afe7e6e6-f0d2-47ab-8b66-3ecf5ffdb9f4" providerId="AD" clId="Web-{28E86C44-130B-BC49-D685-EBB020C19E4B}" dt="2026-01-16T06:12:32.577" v="278" actId="20577"/>
      <pc:docMkLst>
        <pc:docMk/>
      </pc:docMkLst>
      <pc:sldChg chg="modSp">
        <pc:chgData name="Jan Wodnicki" userId="S::jwodnick@uwo.ca::afe7e6e6-f0d2-47ab-8b66-3ecf5ffdb9f4" providerId="AD" clId="Web-{28E86C44-130B-BC49-D685-EBB020C19E4B}" dt="2026-01-16T05:52:50.631" v="244" actId="1076"/>
        <pc:sldMkLst>
          <pc:docMk/>
          <pc:sldMk cId="109857222" sldId="256"/>
        </pc:sldMkLst>
        <pc:spChg chg="mod">
          <ac:chgData name="Jan Wodnicki" userId="S::jwodnick@uwo.ca::afe7e6e6-f0d2-47ab-8b66-3ecf5ffdb9f4" providerId="AD" clId="Web-{28E86C44-130B-BC49-D685-EBB020C19E4B}" dt="2026-01-16T05:52:50.631" v="244" actId="1076"/>
          <ac:spMkLst>
            <pc:docMk/>
            <pc:sldMk cId="109857222" sldId="256"/>
            <ac:spMk id="8" creationId="{B9BC2A31-84CE-B793-E4E8-D1DE1C0892A5}"/>
          </ac:spMkLst>
        </pc:spChg>
      </pc:sldChg>
      <pc:sldChg chg="modSp">
        <pc:chgData name="Jan Wodnicki" userId="S::jwodnick@uwo.ca::afe7e6e6-f0d2-47ab-8b66-3ecf5ffdb9f4" providerId="AD" clId="Web-{28E86C44-130B-BC49-D685-EBB020C19E4B}" dt="2026-01-16T05:51:26.145" v="192" actId="1076"/>
        <pc:sldMkLst>
          <pc:docMk/>
          <pc:sldMk cId="3039756111" sldId="258"/>
        </pc:sldMkLst>
        <pc:graphicFrameChg chg="mod">
          <ac:chgData name="Jan Wodnicki" userId="S::jwodnick@uwo.ca::afe7e6e6-f0d2-47ab-8b66-3ecf5ffdb9f4" providerId="AD" clId="Web-{28E86C44-130B-BC49-D685-EBB020C19E4B}" dt="2026-01-16T05:51:26.145" v="192" actId="1076"/>
          <ac:graphicFrameMkLst>
            <pc:docMk/>
            <pc:sldMk cId="3039756111" sldId="258"/>
            <ac:graphicFrameMk id="5" creationId="{B6F00A8E-A21B-9AEE-8BE1-366C6D3CAE68}"/>
          </ac:graphicFrameMkLst>
        </pc:graphicFrameChg>
      </pc:sldChg>
      <pc:sldChg chg="addSp modSp">
        <pc:chgData name="Jan Wodnicki" userId="S::jwodnick@uwo.ca::afe7e6e6-f0d2-47ab-8b66-3ecf5ffdb9f4" providerId="AD" clId="Web-{28E86C44-130B-BC49-D685-EBB020C19E4B}" dt="2026-01-16T05:50:39.739" v="189" actId="1076"/>
        <pc:sldMkLst>
          <pc:docMk/>
          <pc:sldMk cId="1582702366" sldId="260"/>
        </pc:sldMkLst>
        <pc:graphicFrameChg chg="add mod modGraphic">
          <ac:chgData name="Jan Wodnicki" userId="S::jwodnick@uwo.ca::afe7e6e6-f0d2-47ab-8b66-3ecf5ffdb9f4" providerId="AD" clId="Web-{28E86C44-130B-BC49-D685-EBB020C19E4B}" dt="2026-01-16T05:50:39.739" v="189" actId="1076"/>
          <ac:graphicFrameMkLst>
            <pc:docMk/>
            <pc:sldMk cId="1582702366" sldId="260"/>
            <ac:graphicFrameMk id="4" creationId="{68054BE2-4C70-2033-C988-45E97B7C1CE7}"/>
          </ac:graphicFrameMkLst>
        </pc:graphicFrameChg>
      </pc:sldChg>
      <pc:sldChg chg="modSp">
        <pc:chgData name="Jan Wodnicki" userId="S::jwodnick@uwo.ca::afe7e6e6-f0d2-47ab-8b66-3ecf5ffdb9f4" providerId="AD" clId="Web-{28E86C44-130B-BC49-D685-EBB020C19E4B}" dt="2026-01-16T06:12:32.577" v="278" actId="20577"/>
        <pc:sldMkLst>
          <pc:docMk/>
          <pc:sldMk cId="1374096785" sldId="265"/>
        </pc:sldMkLst>
        <pc:graphicFrameChg chg="mod modGraphic">
          <ac:chgData name="Jan Wodnicki" userId="S::jwodnick@uwo.ca::afe7e6e6-f0d2-47ab-8b66-3ecf5ffdb9f4" providerId="AD" clId="Web-{28E86C44-130B-BC49-D685-EBB020C19E4B}" dt="2026-01-16T06:12:32.577" v="278" actId="20577"/>
          <ac:graphicFrameMkLst>
            <pc:docMk/>
            <pc:sldMk cId="1374096785" sldId="265"/>
            <ac:graphicFrameMk id="171" creationId="{A81AB020-3167-24BC-EEA4-0D32EAF4F7C4}"/>
          </ac:graphicFrameMkLst>
        </pc:graphicFrameChg>
      </pc:sldChg>
      <pc:sldChg chg="modSp">
        <pc:chgData name="Jan Wodnicki" userId="S::jwodnick@uwo.ca::afe7e6e6-f0d2-47ab-8b66-3ecf5ffdb9f4" providerId="AD" clId="Web-{28E86C44-130B-BC49-D685-EBB020C19E4B}" dt="2026-01-16T04:47:24.211" v="3" actId="20577"/>
        <pc:sldMkLst>
          <pc:docMk/>
          <pc:sldMk cId="4204959589" sldId="267"/>
        </pc:sldMkLst>
        <pc:graphicFrameChg chg="modGraphic">
          <ac:chgData name="Jan Wodnicki" userId="S::jwodnick@uwo.ca::afe7e6e6-f0d2-47ab-8b66-3ecf5ffdb9f4" providerId="AD" clId="Web-{28E86C44-130B-BC49-D685-EBB020C19E4B}" dt="2026-01-16T04:47:24.211" v="3" actId="20577"/>
          <ac:graphicFrameMkLst>
            <pc:docMk/>
            <pc:sldMk cId="4204959589" sldId="267"/>
            <ac:graphicFrameMk id="5" creationId="{AD16ADCB-E17B-87C1-BEAF-39B39C1D4F81}"/>
          </ac:graphicFrameMkLst>
        </pc:graphicFrameChg>
      </pc:sldChg>
    </pc:docChg>
  </pc:docChgLst>
  <pc:docChgLst>
    <pc:chgData name="Jan Wodnicki" userId="S::jwodnick@uwo.ca::afe7e6e6-f0d2-47ab-8b66-3ecf5ffdb9f4" providerId="AD" clId="Web-{30A06CD1-76E4-CA1A-6DBD-82481BB28AEC}"/>
    <pc:docChg chg="modSld sldOrd">
      <pc:chgData name="Jan Wodnicki" userId="S::jwodnick@uwo.ca::afe7e6e6-f0d2-47ab-8b66-3ecf5ffdb9f4" providerId="AD" clId="Web-{30A06CD1-76E4-CA1A-6DBD-82481BB28AEC}" dt="2026-01-24T01:51:10.279" v="61" actId="20577"/>
      <pc:docMkLst>
        <pc:docMk/>
      </pc:docMkLst>
      <pc:sldChg chg="modNotes">
        <pc:chgData name="Jan Wodnicki" userId="S::jwodnick@uwo.ca::afe7e6e6-f0d2-47ab-8b66-3ecf5ffdb9f4" providerId="AD" clId="Web-{30A06CD1-76E4-CA1A-6DBD-82481BB28AEC}" dt="2026-01-23T23:49:48.011" v="40"/>
        <pc:sldMkLst>
          <pc:docMk/>
          <pc:sldMk cId="3518126756" sldId="257"/>
        </pc:sldMkLst>
      </pc:sldChg>
      <pc:sldChg chg="modNotes">
        <pc:chgData name="Jan Wodnicki" userId="S::jwodnick@uwo.ca::afe7e6e6-f0d2-47ab-8b66-3ecf5ffdb9f4" providerId="AD" clId="Web-{30A06CD1-76E4-CA1A-6DBD-82481BB28AEC}" dt="2026-01-23T23:54:09.590" v="53"/>
        <pc:sldMkLst>
          <pc:docMk/>
          <pc:sldMk cId="3039756111" sldId="258"/>
        </pc:sldMkLst>
      </pc:sldChg>
      <pc:sldChg chg="ord modNotes">
        <pc:chgData name="Jan Wodnicki" userId="S::jwodnick@uwo.ca::afe7e6e6-f0d2-47ab-8b66-3ecf5ffdb9f4" providerId="AD" clId="Web-{30A06CD1-76E4-CA1A-6DBD-82481BB28AEC}" dt="2026-01-23T23:55:45.638" v="60"/>
        <pc:sldMkLst>
          <pc:docMk/>
          <pc:sldMk cId="2597832159" sldId="259"/>
        </pc:sldMkLst>
      </pc:sldChg>
      <pc:sldChg chg="modSp modNotes">
        <pc:chgData name="Jan Wodnicki" userId="S::jwodnick@uwo.ca::afe7e6e6-f0d2-47ab-8b66-3ecf5ffdb9f4" providerId="AD" clId="Web-{30A06CD1-76E4-CA1A-6DBD-82481BB28AEC}" dt="2026-01-23T23:52:38.121" v="49"/>
        <pc:sldMkLst>
          <pc:docMk/>
          <pc:sldMk cId="1582702366" sldId="260"/>
        </pc:sldMkLst>
        <pc:graphicFrameChg chg="mod">
          <ac:chgData name="Jan Wodnicki" userId="S::jwodnick@uwo.ca::afe7e6e6-f0d2-47ab-8b66-3ecf5ffdb9f4" providerId="AD" clId="Web-{30A06CD1-76E4-CA1A-6DBD-82481BB28AEC}" dt="2026-01-23T23:47:01.509" v="0" actId="1076"/>
          <ac:graphicFrameMkLst>
            <pc:docMk/>
            <pc:sldMk cId="1582702366" sldId="260"/>
            <ac:graphicFrameMk id="4" creationId="{68054BE2-4C70-2033-C988-45E97B7C1CE7}"/>
          </ac:graphicFrameMkLst>
        </pc:graphicFrameChg>
      </pc:sldChg>
      <pc:sldChg chg="modNotes">
        <pc:chgData name="Jan Wodnicki" userId="S::jwodnick@uwo.ca::afe7e6e6-f0d2-47ab-8b66-3ecf5ffdb9f4" providerId="AD" clId="Web-{30A06CD1-76E4-CA1A-6DBD-82481BB28AEC}" dt="2026-01-23T23:48:28.151" v="17"/>
        <pc:sldMkLst>
          <pc:docMk/>
          <pc:sldMk cId="3137824330" sldId="262"/>
        </pc:sldMkLst>
      </pc:sldChg>
      <pc:sldChg chg="modNotes">
        <pc:chgData name="Jan Wodnicki" userId="S::jwodnick@uwo.ca::afe7e6e6-f0d2-47ab-8b66-3ecf5ffdb9f4" providerId="AD" clId="Web-{30A06CD1-76E4-CA1A-6DBD-82481BB28AEC}" dt="2026-01-23T23:48:39.869" v="22"/>
        <pc:sldMkLst>
          <pc:docMk/>
          <pc:sldMk cId="2393208939" sldId="263"/>
        </pc:sldMkLst>
      </pc:sldChg>
      <pc:sldChg chg="modNotes">
        <pc:chgData name="Jan Wodnicki" userId="S::jwodnick@uwo.ca::afe7e6e6-f0d2-47ab-8b66-3ecf5ffdb9f4" providerId="AD" clId="Web-{30A06CD1-76E4-CA1A-6DBD-82481BB28AEC}" dt="2026-01-23T23:49:13.620" v="38"/>
        <pc:sldMkLst>
          <pc:docMk/>
          <pc:sldMk cId="1374096785" sldId="265"/>
        </pc:sldMkLst>
      </pc:sldChg>
      <pc:sldChg chg="modNotes">
        <pc:chgData name="Jan Wodnicki" userId="S::jwodnick@uwo.ca::afe7e6e6-f0d2-47ab-8b66-3ecf5ffdb9f4" providerId="AD" clId="Web-{30A06CD1-76E4-CA1A-6DBD-82481BB28AEC}" dt="2026-01-23T23:48:49.229" v="25"/>
        <pc:sldMkLst>
          <pc:docMk/>
          <pc:sldMk cId="4204959589" sldId="267"/>
        </pc:sldMkLst>
      </pc:sldChg>
      <pc:sldChg chg="modNotes">
        <pc:chgData name="Jan Wodnicki" userId="S::jwodnick@uwo.ca::afe7e6e6-f0d2-47ab-8b66-3ecf5ffdb9f4" providerId="AD" clId="Web-{30A06CD1-76E4-CA1A-6DBD-82481BB28AEC}" dt="2026-01-23T23:49:01.417" v="34"/>
        <pc:sldMkLst>
          <pc:docMk/>
          <pc:sldMk cId="3600641376" sldId="268"/>
        </pc:sldMkLst>
      </pc:sldChg>
      <pc:sldChg chg="modSp">
        <pc:chgData name="Jan Wodnicki" userId="S::jwodnick@uwo.ca::afe7e6e6-f0d2-47ab-8b66-3ecf5ffdb9f4" providerId="AD" clId="Web-{30A06CD1-76E4-CA1A-6DBD-82481BB28AEC}" dt="2026-01-24T01:51:10.279" v="61" actId="20577"/>
        <pc:sldMkLst>
          <pc:docMk/>
          <pc:sldMk cId="251953228" sldId="270"/>
        </pc:sldMkLst>
        <pc:spChg chg="mod">
          <ac:chgData name="Jan Wodnicki" userId="S::jwodnick@uwo.ca::afe7e6e6-f0d2-47ab-8b66-3ecf5ffdb9f4" providerId="AD" clId="Web-{30A06CD1-76E4-CA1A-6DBD-82481BB28AEC}" dt="2026-01-24T01:51:10.279" v="61" actId="20577"/>
          <ac:spMkLst>
            <pc:docMk/>
            <pc:sldMk cId="251953228" sldId="270"/>
            <ac:spMk id="3" creationId="{43721AFA-85C3-7D91-FE3A-AF5A3E5BCD9C}"/>
          </ac:spMkLst>
        </pc:spChg>
      </pc:sldChg>
    </pc:docChg>
  </pc:docChgLst>
  <pc:docChgLst>
    <pc:chgData name="Jan Wodnicki" userId="S::jwodnick@uwo.ca::afe7e6e6-f0d2-47ab-8b66-3ecf5ffdb9f4" providerId="AD" clId="Web-{96E8CE99-521D-5F3E-8888-325A3C70B5DD}"/>
    <pc:docChg chg="addSld delSld modSld">
      <pc:chgData name="Jan Wodnicki" userId="S::jwodnick@uwo.ca::afe7e6e6-f0d2-47ab-8b66-3ecf5ffdb9f4" providerId="AD" clId="Web-{96E8CE99-521D-5F3E-8888-325A3C70B5DD}" dt="2026-01-15T23:54:23.381" v="1006" actId="1076"/>
      <pc:docMkLst>
        <pc:docMk/>
      </pc:docMkLst>
      <pc:sldChg chg="addSp delSp modSp">
        <pc:chgData name="Jan Wodnicki" userId="S::jwodnick@uwo.ca::afe7e6e6-f0d2-47ab-8b66-3ecf5ffdb9f4" providerId="AD" clId="Web-{96E8CE99-521D-5F3E-8888-325A3C70B5DD}" dt="2026-01-15T22:40:03.933" v="495" actId="20577"/>
        <pc:sldMkLst>
          <pc:docMk/>
          <pc:sldMk cId="109857222" sldId="256"/>
        </pc:sldMkLst>
        <pc:spChg chg="add mod">
          <ac:chgData name="Jan Wodnicki" userId="S::jwodnick@uwo.ca::afe7e6e6-f0d2-47ab-8b66-3ecf5ffdb9f4" providerId="AD" clId="Web-{96E8CE99-521D-5F3E-8888-325A3C70B5DD}" dt="2026-01-15T22:40:00.214" v="493" actId="20577"/>
          <ac:spMkLst>
            <pc:docMk/>
            <pc:sldMk cId="109857222" sldId="256"/>
            <ac:spMk id="7" creationId="{B0BAA6AB-B313-834C-7843-325C2FB2EBE4}"/>
          </ac:spMkLst>
        </pc:spChg>
        <pc:spChg chg="add mod">
          <ac:chgData name="Jan Wodnicki" userId="S::jwodnick@uwo.ca::afe7e6e6-f0d2-47ab-8b66-3ecf5ffdb9f4" providerId="AD" clId="Web-{96E8CE99-521D-5F3E-8888-325A3C70B5DD}" dt="2026-01-15T22:40:03.933" v="495" actId="20577"/>
          <ac:spMkLst>
            <pc:docMk/>
            <pc:sldMk cId="109857222" sldId="256"/>
            <ac:spMk id="8" creationId="{B9BC2A31-84CE-B793-E4E8-D1DE1C0892A5}"/>
          </ac:spMkLst>
        </pc:spChg>
        <pc:picChg chg="add mod">
          <ac:chgData name="Jan Wodnicki" userId="S::jwodnick@uwo.ca::afe7e6e6-f0d2-47ab-8b66-3ecf5ffdb9f4" providerId="AD" clId="Web-{96E8CE99-521D-5F3E-8888-325A3C70B5DD}" dt="2026-01-15T21:55:00.180" v="53"/>
          <ac:picMkLst>
            <pc:docMk/>
            <pc:sldMk cId="109857222" sldId="256"/>
            <ac:picMk id="6" creationId="{E4351318-EF5F-9B7D-1902-0829B4F62B85}"/>
          </ac:picMkLst>
        </pc:picChg>
      </pc:sldChg>
      <pc:sldChg chg="addSp modSp add replId">
        <pc:chgData name="Jan Wodnicki" userId="S::jwodnick@uwo.ca::afe7e6e6-f0d2-47ab-8b66-3ecf5ffdb9f4" providerId="AD" clId="Web-{96E8CE99-521D-5F3E-8888-325A3C70B5DD}" dt="2026-01-15T23:37:56.740" v="1005" actId="1076"/>
        <pc:sldMkLst>
          <pc:docMk/>
          <pc:sldMk cId="3518126756" sldId="257"/>
        </pc:sldMkLst>
        <pc:spChg chg="add mod">
          <ac:chgData name="Jan Wodnicki" userId="S::jwodnick@uwo.ca::afe7e6e6-f0d2-47ab-8b66-3ecf5ffdb9f4" providerId="AD" clId="Web-{96E8CE99-521D-5F3E-8888-325A3C70B5DD}" dt="2026-01-15T22:42:00.840" v="522" actId="1076"/>
          <ac:spMkLst>
            <pc:docMk/>
            <pc:sldMk cId="3518126756" sldId="257"/>
            <ac:spMk id="3" creationId="{355D9C96-5775-34E5-0E52-6B080C69B14D}"/>
          </ac:spMkLst>
        </pc:spChg>
        <pc:graphicFrameChg chg="add mod modGraphic">
          <ac:chgData name="Jan Wodnicki" userId="S::jwodnick@uwo.ca::afe7e6e6-f0d2-47ab-8b66-3ecf5ffdb9f4" providerId="AD" clId="Web-{96E8CE99-521D-5F3E-8888-325A3C70B5DD}" dt="2026-01-15T23:37:56.740" v="1005" actId="1076"/>
          <ac:graphicFrameMkLst>
            <pc:docMk/>
            <pc:sldMk cId="3518126756" sldId="257"/>
            <ac:graphicFrameMk id="5" creationId="{A2EE477E-5B85-D558-E829-7796AF06565C}"/>
          </ac:graphicFrameMkLst>
        </pc:graphicFrameChg>
      </pc:sldChg>
      <pc:sldChg chg="addSp modSp add replId">
        <pc:chgData name="Jan Wodnicki" userId="S::jwodnick@uwo.ca::afe7e6e6-f0d2-47ab-8b66-3ecf5ffdb9f4" providerId="AD" clId="Web-{96E8CE99-521D-5F3E-8888-325A3C70B5DD}" dt="2026-01-15T23:09:51.021" v="767" actId="1076"/>
        <pc:sldMkLst>
          <pc:docMk/>
          <pc:sldMk cId="3039756111" sldId="258"/>
        </pc:sldMkLst>
        <pc:spChg chg="add mod">
          <ac:chgData name="Jan Wodnicki" userId="S::jwodnick@uwo.ca::afe7e6e6-f0d2-47ab-8b66-3ecf5ffdb9f4" providerId="AD" clId="Web-{96E8CE99-521D-5F3E-8888-325A3C70B5DD}" dt="2026-01-15T22:43:23.684" v="530" actId="1076"/>
          <ac:spMkLst>
            <pc:docMk/>
            <pc:sldMk cId="3039756111" sldId="258"/>
            <ac:spMk id="3" creationId="{5352C945-CFB8-A400-CF69-9EB7175F2D46}"/>
          </ac:spMkLst>
        </pc:spChg>
        <pc:graphicFrameChg chg="add mod modGraphic">
          <ac:chgData name="Jan Wodnicki" userId="S::jwodnick@uwo.ca::afe7e6e6-f0d2-47ab-8b66-3ecf5ffdb9f4" providerId="AD" clId="Web-{96E8CE99-521D-5F3E-8888-325A3C70B5DD}" dt="2026-01-15T23:09:51.021" v="767" actId="1076"/>
          <ac:graphicFrameMkLst>
            <pc:docMk/>
            <pc:sldMk cId="3039756111" sldId="258"/>
            <ac:graphicFrameMk id="5" creationId="{B6F00A8E-A21B-9AEE-8BE1-366C6D3CAE68}"/>
          </ac:graphicFrameMkLst>
        </pc:graphicFrameChg>
      </pc:sldChg>
      <pc:sldChg chg="addSp modSp add replId">
        <pc:chgData name="Jan Wodnicki" userId="S::jwodnick@uwo.ca::afe7e6e6-f0d2-47ab-8b66-3ecf5ffdb9f4" providerId="AD" clId="Web-{96E8CE99-521D-5F3E-8888-325A3C70B5DD}" dt="2026-01-15T23:54:23.381" v="1006" actId="1076"/>
        <pc:sldMkLst>
          <pc:docMk/>
          <pc:sldMk cId="2597832159" sldId="259"/>
        </pc:sldMkLst>
        <pc:spChg chg="mod">
          <ac:chgData name="Jan Wodnicki" userId="S::jwodnick@uwo.ca::afe7e6e6-f0d2-47ab-8b66-3ecf5ffdb9f4" providerId="AD" clId="Web-{96E8CE99-521D-5F3E-8888-325A3C70B5DD}" dt="2026-01-15T22:41:40.949" v="520" actId="20577"/>
          <ac:spMkLst>
            <pc:docMk/>
            <pc:sldMk cId="2597832159" sldId="259"/>
            <ac:spMk id="3" creationId="{7BC88AA9-B0E5-34A2-F299-C4A352AFE222}"/>
          </ac:spMkLst>
        </pc:spChg>
        <pc:graphicFrameChg chg="add mod modGraphic">
          <ac:chgData name="Jan Wodnicki" userId="S::jwodnick@uwo.ca::afe7e6e6-f0d2-47ab-8b66-3ecf5ffdb9f4" providerId="AD" clId="Web-{96E8CE99-521D-5F3E-8888-325A3C70B5DD}" dt="2026-01-15T23:54:23.381" v="1006" actId="1076"/>
          <ac:graphicFrameMkLst>
            <pc:docMk/>
            <pc:sldMk cId="2597832159" sldId="259"/>
            <ac:graphicFrameMk id="4" creationId="{7FD52296-FE1A-E621-7873-C61C7B41116A}"/>
          </ac:graphicFrameMkLst>
        </pc:graphicFrameChg>
      </pc:sldChg>
      <pc:sldChg chg="addSp delSp modSp add replId">
        <pc:chgData name="Jan Wodnicki" userId="S::jwodnick@uwo.ca::afe7e6e6-f0d2-47ab-8b66-3ecf5ffdb9f4" providerId="AD" clId="Web-{96E8CE99-521D-5F3E-8888-325A3C70B5DD}" dt="2026-01-15T23:01:31.214" v="618"/>
        <pc:sldMkLst>
          <pc:docMk/>
          <pc:sldMk cId="1582702366" sldId="260"/>
        </pc:sldMkLst>
        <pc:spChg chg="mod">
          <ac:chgData name="Jan Wodnicki" userId="S::jwodnick@uwo.ca::afe7e6e6-f0d2-47ab-8b66-3ecf5ffdb9f4" providerId="AD" clId="Web-{96E8CE99-521D-5F3E-8888-325A3C70B5DD}" dt="2026-01-15T22:39:53.652" v="492" actId="20577"/>
          <ac:spMkLst>
            <pc:docMk/>
            <pc:sldMk cId="1582702366" sldId="260"/>
            <ac:spMk id="3" creationId="{C4F5FA41-01C4-E6C4-C1FD-04C545F1E38B}"/>
          </ac:spMkLst>
        </pc:spChg>
        <pc:picChg chg="mod">
          <ac:chgData name="Jan Wodnicki" userId="S::jwodnick@uwo.ca::afe7e6e6-f0d2-47ab-8b66-3ecf5ffdb9f4" providerId="AD" clId="Web-{96E8CE99-521D-5F3E-8888-325A3C70B5DD}" dt="2026-01-15T22:39:31.214" v="489" actId="1076"/>
          <ac:picMkLst>
            <pc:docMk/>
            <pc:sldMk cId="1582702366" sldId="260"/>
            <ac:picMk id="6" creationId="{98C1F0DC-C12B-55FF-D8D9-57E2D494E5E9}"/>
          </ac:picMkLst>
        </pc:picChg>
      </pc:sldChg>
      <pc:sldChg chg="addSp modSp add replId">
        <pc:chgData name="Jan Wodnicki" userId="S::jwodnick@uwo.ca::afe7e6e6-f0d2-47ab-8b66-3ecf5ffdb9f4" providerId="AD" clId="Web-{96E8CE99-521D-5F3E-8888-325A3C70B5DD}" dt="2026-01-15T22:55:37.978" v="548" actId="20577"/>
        <pc:sldMkLst>
          <pc:docMk/>
          <pc:sldMk cId="3137824330" sldId="262"/>
        </pc:sldMkLst>
        <pc:spChg chg="mod">
          <ac:chgData name="Jan Wodnicki" userId="S::jwodnick@uwo.ca::afe7e6e6-f0d2-47ab-8b66-3ecf5ffdb9f4" providerId="AD" clId="Web-{96E8CE99-521D-5F3E-8888-325A3C70B5DD}" dt="2026-01-15T22:42:09.746" v="523" actId="1076"/>
          <ac:spMkLst>
            <pc:docMk/>
            <pc:sldMk cId="3137824330" sldId="262"/>
            <ac:spMk id="3" creationId="{732ECA03-636A-15CB-0E32-74BD8890463B}"/>
          </ac:spMkLst>
        </pc:spChg>
      </pc:sldChg>
      <pc:sldChg chg="modSp add replId">
        <pc:chgData name="Jan Wodnicki" userId="S::jwodnick@uwo.ca::afe7e6e6-f0d2-47ab-8b66-3ecf5ffdb9f4" providerId="AD" clId="Web-{96E8CE99-521D-5F3E-8888-325A3C70B5DD}" dt="2026-01-15T22:42:51.418" v="528" actId="1076"/>
        <pc:sldMkLst>
          <pc:docMk/>
          <pc:sldMk cId="2393208939" sldId="263"/>
        </pc:sldMkLst>
        <pc:spChg chg="mod">
          <ac:chgData name="Jan Wodnicki" userId="S::jwodnick@uwo.ca::afe7e6e6-f0d2-47ab-8b66-3ecf5ffdb9f4" providerId="AD" clId="Web-{96E8CE99-521D-5F3E-8888-325A3C70B5DD}" dt="2026-01-15T22:42:51.418" v="528" actId="1076"/>
          <ac:spMkLst>
            <pc:docMk/>
            <pc:sldMk cId="2393208939" sldId="263"/>
            <ac:spMk id="3" creationId="{1A9EEEBB-960D-2383-1B18-E2E8814E7CE8}"/>
          </ac:spMkLst>
        </pc:spChg>
      </pc:sldChg>
      <pc:sldChg chg="modSp add replId">
        <pc:chgData name="Jan Wodnicki" userId="S::jwodnick@uwo.ca::afe7e6e6-f0d2-47ab-8b66-3ecf5ffdb9f4" providerId="AD" clId="Web-{96E8CE99-521D-5F3E-8888-325A3C70B5DD}" dt="2026-01-15T22:42:44.262" v="527" actId="1076"/>
        <pc:sldMkLst>
          <pc:docMk/>
          <pc:sldMk cId="1374096785" sldId="265"/>
        </pc:sldMkLst>
        <pc:spChg chg="mod">
          <ac:chgData name="Jan Wodnicki" userId="S::jwodnick@uwo.ca::afe7e6e6-f0d2-47ab-8b66-3ecf5ffdb9f4" providerId="AD" clId="Web-{96E8CE99-521D-5F3E-8888-325A3C70B5DD}" dt="2026-01-15T22:42:44.262" v="527" actId="1076"/>
          <ac:spMkLst>
            <pc:docMk/>
            <pc:sldMk cId="1374096785" sldId="265"/>
            <ac:spMk id="3" creationId="{17B9EFBB-9BEC-902B-9A22-68208983C288}"/>
          </ac:spMkLst>
        </pc:spChg>
      </pc:sldChg>
      <pc:sldChg chg="addSp delSp modSp add replId">
        <pc:chgData name="Jan Wodnicki" userId="S::jwodnick@uwo.ca::afe7e6e6-f0d2-47ab-8b66-3ecf5ffdb9f4" providerId="AD" clId="Web-{96E8CE99-521D-5F3E-8888-325A3C70B5DD}" dt="2026-01-15T23:36:39.395" v="1003" actId="1076"/>
        <pc:sldMkLst>
          <pc:docMk/>
          <pc:sldMk cId="4204959589" sldId="267"/>
        </pc:sldMkLst>
        <pc:spChg chg="mod">
          <ac:chgData name="Jan Wodnicki" userId="S::jwodnick@uwo.ca::afe7e6e6-f0d2-47ab-8b66-3ecf5ffdb9f4" providerId="AD" clId="Web-{96E8CE99-521D-5F3E-8888-325A3C70B5DD}" dt="2026-01-15T22:43:00.481" v="529" actId="1076"/>
          <ac:spMkLst>
            <pc:docMk/>
            <pc:sldMk cId="4204959589" sldId="267"/>
            <ac:spMk id="3" creationId="{1BC2C5D0-6BF9-BEDB-8800-A383B5DCC699}"/>
          </ac:spMkLst>
        </pc:spChg>
        <pc:graphicFrameChg chg="add mod modGraphic">
          <ac:chgData name="Jan Wodnicki" userId="S::jwodnick@uwo.ca::afe7e6e6-f0d2-47ab-8b66-3ecf5ffdb9f4" providerId="AD" clId="Web-{96E8CE99-521D-5F3E-8888-325A3C70B5DD}" dt="2026-01-15T23:36:39.395" v="1003" actId="1076"/>
          <ac:graphicFrameMkLst>
            <pc:docMk/>
            <pc:sldMk cId="4204959589" sldId="267"/>
            <ac:graphicFrameMk id="5" creationId="{AD16ADCB-E17B-87C1-BEAF-39B39C1D4F81}"/>
          </ac:graphicFrameMkLst>
        </pc:graphicFrameChg>
        <pc:picChg chg="mod">
          <ac:chgData name="Jan Wodnicki" userId="S::jwodnick@uwo.ca::afe7e6e6-f0d2-47ab-8b66-3ecf5ffdb9f4" providerId="AD" clId="Web-{96E8CE99-521D-5F3E-8888-325A3C70B5DD}" dt="2026-01-15T23:35:29.129" v="993" actId="1076"/>
          <ac:picMkLst>
            <pc:docMk/>
            <pc:sldMk cId="4204959589" sldId="267"/>
            <ac:picMk id="6" creationId="{221B6C41-FBC1-6CB0-67F7-2A64360F8C7F}"/>
          </ac:picMkLst>
        </pc:picChg>
      </pc:sldChg>
      <pc:sldChg chg="modSp add replId">
        <pc:chgData name="Jan Wodnicki" userId="S::jwodnick@uwo.ca::afe7e6e6-f0d2-47ab-8b66-3ecf5ffdb9f4" providerId="AD" clId="Web-{96E8CE99-521D-5F3E-8888-325A3C70B5DD}" dt="2026-01-15T22:41:05.527" v="512" actId="1076"/>
        <pc:sldMkLst>
          <pc:docMk/>
          <pc:sldMk cId="3600641376" sldId="268"/>
        </pc:sldMkLst>
        <pc:spChg chg="mod">
          <ac:chgData name="Jan Wodnicki" userId="S::jwodnick@uwo.ca::afe7e6e6-f0d2-47ab-8b66-3ecf5ffdb9f4" providerId="AD" clId="Web-{96E8CE99-521D-5F3E-8888-325A3C70B5DD}" dt="2026-01-15T22:41:05.527" v="512" actId="1076"/>
          <ac:spMkLst>
            <pc:docMk/>
            <pc:sldMk cId="3600641376" sldId="268"/>
            <ac:spMk id="3" creationId="{94942274-06B9-C5EA-0B77-AFA61D181C25}"/>
          </ac:spMkLst>
        </pc:spChg>
      </pc:sldChg>
      <pc:sldChg chg="modSp add replId">
        <pc:chgData name="Jan Wodnicki" userId="S::jwodnick@uwo.ca::afe7e6e6-f0d2-47ab-8b66-3ecf5ffdb9f4" providerId="AD" clId="Web-{96E8CE99-521D-5F3E-8888-325A3C70B5DD}" dt="2026-01-15T22:41:12.637" v="516" actId="20577"/>
        <pc:sldMkLst>
          <pc:docMk/>
          <pc:sldMk cId="3311011129" sldId="269"/>
        </pc:sldMkLst>
        <pc:spChg chg="mod">
          <ac:chgData name="Jan Wodnicki" userId="S::jwodnick@uwo.ca::afe7e6e6-f0d2-47ab-8b66-3ecf5ffdb9f4" providerId="AD" clId="Web-{96E8CE99-521D-5F3E-8888-325A3C70B5DD}" dt="2026-01-15T22:41:12.637" v="516" actId="20577"/>
          <ac:spMkLst>
            <pc:docMk/>
            <pc:sldMk cId="3311011129" sldId="269"/>
            <ac:spMk id="3" creationId="{B67A2270-BD23-A646-2661-FF76D6147E04}"/>
          </ac:spMkLst>
        </pc:spChg>
      </pc:sldChg>
    </pc:docChg>
  </pc:docChgLst>
  <pc:docChgLst>
    <pc:chgData name="Jan Wodnicki" userId="S::jwodnick@uwo.ca::afe7e6e6-f0d2-47ab-8b66-3ecf5ffdb9f4" providerId="AD" clId="Web-{0B4DD364-245A-0E84-3B21-1D6FEA88793B}"/>
    <pc:docChg chg="modSld">
      <pc:chgData name="Jan Wodnicki" userId="S::jwodnick@uwo.ca::afe7e6e6-f0d2-47ab-8b66-3ecf5ffdb9f4" providerId="AD" clId="Web-{0B4DD364-245A-0E84-3B21-1D6FEA88793B}" dt="2026-01-24T01:54:10.186" v="12" actId="1076"/>
      <pc:docMkLst>
        <pc:docMk/>
      </pc:docMkLst>
      <pc:sldChg chg="addSp modSp">
        <pc:chgData name="Jan Wodnicki" userId="S::jwodnick@uwo.ca::afe7e6e6-f0d2-47ab-8b66-3ecf5ffdb9f4" providerId="AD" clId="Web-{0B4DD364-245A-0E84-3B21-1D6FEA88793B}" dt="2026-01-24T01:54:10.186" v="12" actId="1076"/>
        <pc:sldMkLst>
          <pc:docMk/>
          <pc:sldMk cId="251953228" sldId="270"/>
        </pc:sldMkLst>
        <pc:spChg chg="mod">
          <ac:chgData name="Jan Wodnicki" userId="S::jwodnick@uwo.ca::afe7e6e6-f0d2-47ab-8b66-3ecf5ffdb9f4" providerId="AD" clId="Web-{0B4DD364-245A-0E84-3B21-1D6FEA88793B}" dt="2026-01-24T01:54:10.186" v="12" actId="1076"/>
          <ac:spMkLst>
            <pc:docMk/>
            <pc:sldMk cId="251953228" sldId="270"/>
            <ac:spMk id="3" creationId="{43721AFA-85C3-7D91-FE3A-AF5A3E5BCD9C}"/>
          </ac:spMkLst>
        </pc:spChg>
        <pc:picChg chg="add mod modCrop">
          <ac:chgData name="Jan Wodnicki" userId="S::jwodnick@uwo.ca::afe7e6e6-f0d2-47ab-8b66-3ecf5ffdb9f4" providerId="AD" clId="Web-{0B4DD364-245A-0E84-3B21-1D6FEA88793B}" dt="2026-01-24T01:53:58.748" v="11"/>
          <ac:picMkLst>
            <pc:docMk/>
            <pc:sldMk cId="251953228" sldId="270"/>
            <ac:picMk id="2" creationId="{A131D50C-B8CC-BB8C-22CC-ACE80348F07B}"/>
          </ac:picMkLst>
        </pc:picChg>
      </pc:sldChg>
    </pc:docChg>
  </pc:docChgLst>
  <pc:docChgLst>
    <pc:chgData name="Alexander John Hazen" userId="S::ahazen@uwo.ca::1eb57320-36c1-44e9-8336-d070d099268d" providerId="AD" clId="Web-{016C3EB9-FDAC-2EB3-6C82-830FBC5BF89F}"/>
    <pc:docChg chg="modSld">
      <pc:chgData name="Alexander John Hazen" userId="S::ahazen@uwo.ca::1eb57320-36c1-44e9-8336-d070d099268d" providerId="AD" clId="Web-{016C3EB9-FDAC-2EB3-6C82-830FBC5BF89F}" dt="2026-01-23T23:52:44.651" v="0" actId="20577"/>
      <pc:docMkLst>
        <pc:docMk/>
      </pc:docMkLst>
      <pc:sldChg chg="modSp">
        <pc:chgData name="Alexander John Hazen" userId="S::ahazen@uwo.ca::1eb57320-36c1-44e9-8336-d070d099268d" providerId="AD" clId="Web-{016C3EB9-FDAC-2EB3-6C82-830FBC5BF89F}" dt="2026-01-23T23:52:44.651" v="0" actId="20577"/>
        <pc:sldMkLst>
          <pc:docMk/>
          <pc:sldMk cId="1374096785" sldId="265"/>
        </pc:sldMkLst>
        <pc:graphicFrameChg chg="modGraphic">
          <ac:chgData name="Alexander John Hazen" userId="S::ahazen@uwo.ca::1eb57320-36c1-44e9-8336-d070d099268d" providerId="AD" clId="Web-{016C3EB9-FDAC-2EB3-6C82-830FBC5BF89F}" dt="2026-01-23T23:52:44.651" v="0" actId="20577"/>
          <ac:graphicFrameMkLst>
            <pc:docMk/>
            <pc:sldMk cId="1374096785" sldId="265"/>
            <ac:graphicFrameMk id="4" creationId="{288F4FC1-AD89-7590-075D-6E83EBA74CFC}"/>
          </ac:graphicFrameMkLst>
        </pc:graphicFrameChg>
      </pc:sldChg>
    </pc:docChg>
  </pc:docChgLst>
  <pc:docChgLst>
    <pc:chgData name="Jan Wodnicki" userId="S::jwodnick@uwo.ca::afe7e6e6-f0d2-47ab-8b66-3ecf5ffdb9f4" providerId="AD" clId="Web-{DD451E74-B094-83B5-662C-53768FAD305F}"/>
    <pc:docChg chg="modSld">
      <pc:chgData name="Jan Wodnicki" userId="S::jwodnick@uwo.ca::afe7e6e6-f0d2-47ab-8b66-3ecf5ffdb9f4" providerId="AD" clId="Web-{DD451E74-B094-83B5-662C-53768FAD305F}" dt="2026-01-24T15:55:23.861" v="1584"/>
      <pc:docMkLst>
        <pc:docMk/>
      </pc:docMkLst>
      <pc:sldChg chg="modNotes">
        <pc:chgData name="Jan Wodnicki" userId="S::jwodnick@uwo.ca::afe7e6e6-f0d2-47ab-8b66-3ecf5ffdb9f4" providerId="AD" clId="Web-{DD451E74-B094-83B5-662C-53768FAD305F}" dt="2026-01-24T15:36:03.226" v="274"/>
        <pc:sldMkLst>
          <pc:docMk/>
          <pc:sldMk cId="1582702366" sldId="260"/>
        </pc:sldMkLst>
      </pc:sldChg>
      <pc:sldChg chg="modNotes">
        <pc:chgData name="Jan Wodnicki" userId="S::jwodnick@uwo.ca::afe7e6e6-f0d2-47ab-8b66-3ecf5ffdb9f4" providerId="AD" clId="Web-{DD451E74-B094-83B5-662C-53768FAD305F}" dt="2026-01-24T15:42:55.136" v="601"/>
        <pc:sldMkLst>
          <pc:docMk/>
          <pc:sldMk cId="2393208939" sldId="263"/>
        </pc:sldMkLst>
      </pc:sldChg>
      <pc:sldChg chg="modNotes">
        <pc:chgData name="Jan Wodnicki" userId="S::jwodnick@uwo.ca::afe7e6e6-f0d2-47ab-8b66-3ecf5ffdb9f4" providerId="AD" clId="Web-{DD451E74-B094-83B5-662C-53768FAD305F}" dt="2026-01-24T15:55:23.861" v="1584"/>
        <pc:sldMkLst>
          <pc:docMk/>
          <pc:sldMk cId="4204959589" sldId="267"/>
        </pc:sldMkLst>
      </pc:sldChg>
      <pc:sldChg chg="modNotes">
        <pc:chgData name="Jan Wodnicki" userId="S::jwodnick@uwo.ca::afe7e6e6-f0d2-47ab-8b66-3ecf5ffdb9f4" providerId="AD" clId="Web-{DD451E74-B094-83B5-662C-53768FAD305F}" dt="2026-01-24T15:52:42.875" v="1239"/>
        <pc:sldMkLst>
          <pc:docMk/>
          <pc:sldMk cId="251953228" sldId="270"/>
        </pc:sldMkLst>
      </pc:sldChg>
    </pc:docChg>
  </pc:docChgLst>
  <pc:docChgLst>
    <pc:chgData name="Alexander John Hazen" userId="S::ahazen@uwo.ca::1eb57320-36c1-44e9-8336-d070d099268d" providerId="AD" clId="Web-{4F6B6F61-37DC-989D-1431-25C34ACFB716}"/>
    <pc:docChg chg="addSld modSld">
      <pc:chgData name="Alexander John Hazen" userId="S::ahazen@uwo.ca::1eb57320-36c1-44e9-8336-d070d099268d" providerId="AD" clId="Web-{4F6B6F61-37DC-989D-1431-25C34ACFB716}" dt="2026-01-24T15:44:48.376" v="412"/>
      <pc:docMkLst>
        <pc:docMk/>
      </pc:docMkLst>
      <pc:sldChg chg="modNotes">
        <pc:chgData name="Alexander John Hazen" userId="S::ahazen@uwo.ca::1eb57320-36c1-44e9-8336-d070d099268d" providerId="AD" clId="Web-{4F6B6F61-37DC-989D-1431-25C34ACFB716}" dt="2026-01-24T15:44:48.376" v="412"/>
        <pc:sldMkLst>
          <pc:docMk/>
          <pc:sldMk cId="3039756111" sldId="258"/>
        </pc:sldMkLst>
      </pc:sldChg>
      <pc:sldChg chg="modNotes">
        <pc:chgData name="Alexander John Hazen" userId="S::ahazen@uwo.ca::1eb57320-36c1-44e9-8336-d070d099268d" providerId="AD" clId="Web-{4F6B6F61-37DC-989D-1431-25C34ACFB716}" dt="2026-01-24T15:39:35.350" v="408"/>
        <pc:sldMkLst>
          <pc:docMk/>
          <pc:sldMk cId="2597832159" sldId="259"/>
        </pc:sldMkLst>
      </pc:sldChg>
      <pc:sldChg chg="modNotes">
        <pc:chgData name="Alexander John Hazen" userId="S::ahazen@uwo.ca::1eb57320-36c1-44e9-8336-d070d099268d" providerId="AD" clId="Web-{4F6B6F61-37DC-989D-1431-25C34ACFB716}" dt="2026-01-24T15:32:26.951" v="377"/>
        <pc:sldMkLst>
          <pc:docMk/>
          <pc:sldMk cId="3137824330" sldId="262"/>
        </pc:sldMkLst>
      </pc:sldChg>
      <pc:sldChg chg="modSp modNotes">
        <pc:chgData name="Alexander John Hazen" userId="S::ahazen@uwo.ca::1eb57320-36c1-44e9-8336-d070d099268d" providerId="AD" clId="Web-{4F6B6F61-37DC-989D-1431-25C34ACFB716}" dt="2026-01-24T15:35:34.405" v="379"/>
        <pc:sldMkLst>
          <pc:docMk/>
          <pc:sldMk cId="1374096785" sldId="265"/>
        </pc:sldMkLst>
        <pc:graphicFrameChg chg="modGraphic">
          <ac:chgData name="Alexander John Hazen" userId="S::ahazen@uwo.ca::1eb57320-36c1-44e9-8336-d070d099268d" providerId="AD" clId="Web-{4F6B6F61-37DC-989D-1431-25C34ACFB716}" dt="2026-01-24T00:59:46.671" v="22" actId="20577"/>
          <ac:graphicFrameMkLst>
            <pc:docMk/>
            <pc:sldMk cId="1374096785" sldId="265"/>
            <ac:graphicFrameMk id="155" creationId="{927919F1-8415-B6D0-7087-5F9214180F3F}"/>
          </ac:graphicFrameMkLst>
        </pc:graphicFrameChg>
      </pc:sldChg>
      <pc:sldChg chg="modSp modNotes">
        <pc:chgData name="Alexander John Hazen" userId="S::ahazen@uwo.ca::1eb57320-36c1-44e9-8336-d070d099268d" providerId="AD" clId="Web-{4F6B6F61-37DC-989D-1431-25C34ACFB716}" dt="2026-01-24T15:36:42.249" v="382"/>
        <pc:sldMkLst>
          <pc:docMk/>
          <pc:sldMk cId="3600641376" sldId="268"/>
        </pc:sldMkLst>
        <pc:spChg chg="mod">
          <ac:chgData name="Alexander John Hazen" userId="S::ahazen@uwo.ca::1eb57320-36c1-44e9-8336-d070d099268d" providerId="AD" clId="Web-{4F6B6F61-37DC-989D-1431-25C34ACFB716}" dt="2026-01-24T01:45:01.277" v="136" actId="1076"/>
          <ac:spMkLst>
            <pc:docMk/>
            <pc:sldMk cId="3600641376" sldId="268"/>
            <ac:spMk id="8" creationId="{58BCA226-8637-7180-1AE0-780D84825663}"/>
          </ac:spMkLst>
        </pc:spChg>
        <pc:spChg chg="mod">
          <ac:chgData name="Alexander John Hazen" userId="S::ahazen@uwo.ca::1eb57320-36c1-44e9-8336-d070d099268d" providerId="AD" clId="Web-{4F6B6F61-37DC-989D-1431-25C34ACFB716}" dt="2026-01-24T01:45:09.137" v="139" actId="1076"/>
          <ac:spMkLst>
            <pc:docMk/>
            <pc:sldMk cId="3600641376" sldId="268"/>
            <ac:spMk id="10" creationId="{94C6FC5E-AC15-8FBE-A5B8-813E57D6C727}"/>
          </ac:spMkLst>
        </pc:spChg>
        <pc:spChg chg="mod">
          <ac:chgData name="Alexander John Hazen" userId="S::ahazen@uwo.ca::1eb57320-36c1-44e9-8336-d070d099268d" providerId="AD" clId="Web-{4F6B6F61-37DC-989D-1431-25C34ACFB716}" dt="2026-01-23T23:56:31.732" v="1" actId="14100"/>
          <ac:spMkLst>
            <pc:docMk/>
            <pc:sldMk cId="3600641376" sldId="268"/>
            <ac:spMk id="149" creationId="{C35F86C0-1309-4726-43CC-99E9A15A7ECF}"/>
          </ac:spMkLst>
        </pc:spChg>
      </pc:sldChg>
      <pc:sldChg chg="delSp add replId">
        <pc:chgData name="Alexander John Hazen" userId="S::ahazen@uwo.ca::1eb57320-36c1-44e9-8336-d070d099268d" providerId="AD" clId="Web-{4F6B6F61-37DC-989D-1431-25C34ACFB716}" dt="2026-01-24T01:48:27.582" v="334"/>
        <pc:sldMkLst>
          <pc:docMk/>
          <pc:sldMk cId="251953228" sldId="270"/>
        </pc:sldMkLst>
        <pc:graphicFrameChg chg="del">
          <ac:chgData name="Alexander John Hazen" userId="S::ahazen@uwo.ca::1eb57320-36c1-44e9-8336-d070d099268d" providerId="AD" clId="Web-{4F6B6F61-37DC-989D-1431-25C34ACFB716}" dt="2026-01-24T01:48:19.926" v="331"/>
          <ac:graphicFrameMkLst>
            <pc:docMk/>
            <pc:sldMk cId="251953228" sldId="270"/>
            <ac:graphicFrameMk id="636" creationId="{20E73E4A-1856-85B7-8E4C-489402647665}"/>
          </ac:graphicFrameMkLst>
        </pc:graphicFrameChg>
        <pc:graphicFrameChg chg="del">
          <ac:chgData name="Alexander John Hazen" userId="S::ahazen@uwo.ca::1eb57320-36c1-44e9-8336-d070d099268d" providerId="AD" clId="Web-{4F6B6F61-37DC-989D-1431-25C34ACFB716}" dt="2026-01-24T01:48:21.519" v="332"/>
          <ac:graphicFrameMkLst>
            <pc:docMk/>
            <pc:sldMk cId="251953228" sldId="270"/>
            <ac:graphicFrameMk id="701" creationId="{059C07F4-E8A9-5887-3760-91E5D933A1C6}"/>
          </ac:graphicFrameMkLst>
        </pc:graphicFrameChg>
        <pc:graphicFrameChg chg="del">
          <ac:chgData name="Alexander John Hazen" userId="S::ahazen@uwo.ca::1eb57320-36c1-44e9-8336-d070d099268d" providerId="AD" clId="Web-{4F6B6F61-37DC-989D-1431-25C34ACFB716}" dt="2026-01-24T01:48:26.254" v="333"/>
          <ac:graphicFrameMkLst>
            <pc:docMk/>
            <pc:sldMk cId="251953228" sldId="270"/>
            <ac:graphicFrameMk id="818" creationId="{760E3E33-B27D-849E-E4AD-9236C00314D4}"/>
          </ac:graphicFrameMkLst>
        </pc:graphicFrameChg>
        <pc:graphicFrameChg chg="del">
          <ac:chgData name="Alexander John Hazen" userId="S::ahazen@uwo.ca::1eb57320-36c1-44e9-8336-d070d099268d" providerId="AD" clId="Web-{4F6B6F61-37DC-989D-1431-25C34ACFB716}" dt="2026-01-24T01:48:27.582" v="334"/>
          <ac:graphicFrameMkLst>
            <pc:docMk/>
            <pc:sldMk cId="251953228" sldId="270"/>
            <ac:graphicFrameMk id="906" creationId="{F284160B-018C-983A-D369-0813A1C48F2A}"/>
          </ac:graphicFrameMkLst>
        </pc:graphicFrameChg>
      </pc:sldChg>
    </pc:docChg>
  </pc:docChgLst>
  <pc:docChgLst>
    <pc:chgData name="Alexander John Hazen" userId="S::ahazen@uwo.ca::1eb57320-36c1-44e9-8336-d070d099268d" providerId="AD" clId="Web-{E2D4A6A2-91B7-9F29-5586-20EC640A5A7B}"/>
    <pc:docChg chg="modSld">
      <pc:chgData name="Alexander John Hazen" userId="S::ahazen@uwo.ca::1eb57320-36c1-44e9-8336-d070d099268d" providerId="AD" clId="Web-{E2D4A6A2-91B7-9F29-5586-20EC640A5A7B}" dt="2026-01-16T05:38:18.019" v="995" actId="20577"/>
      <pc:docMkLst>
        <pc:docMk/>
      </pc:docMkLst>
      <pc:sldChg chg="addSp delSp modSp modNotes">
        <pc:chgData name="Alexander John Hazen" userId="S::ahazen@uwo.ca::1eb57320-36c1-44e9-8336-d070d099268d" providerId="AD" clId="Web-{E2D4A6A2-91B7-9F29-5586-20EC640A5A7B}" dt="2026-01-16T05:38:18.019" v="995" actId="20577"/>
        <pc:sldMkLst>
          <pc:docMk/>
          <pc:sldMk cId="3137824330" sldId="262"/>
        </pc:sldMkLst>
        <pc:graphicFrameChg chg="add modGraphic">
          <ac:chgData name="Alexander John Hazen" userId="S::ahazen@uwo.ca::1eb57320-36c1-44e9-8336-d070d099268d" providerId="AD" clId="Web-{E2D4A6A2-91B7-9F29-5586-20EC640A5A7B}" dt="2026-01-16T05:38:18.019" v="995" actId="20577"/>
          <ac:graphicFrameMkLst>
            <pc:docMk/>
            <pc:sldMk cId="3137824330" sldId="262"/>
            <ac:graphicFrameMk id="7" creationId="{4D0289A5-B795-0A8B-A44C-01E7B16BDC4E}"/>
          </ac:graphicFrameMkLst>
        </pc:graphicFrameChg>
      </pc:sldChg>
      <pc:sldChg chg="addSp delSp modSp">
        <pc:chgData name="Alexander John Hazen" userId="S::ahazen@uwo.ca::1eb57320-36c1-44e9-8336-d070d099268d" providerId="AD" clId="Web-{E2D4A6A2-91B7-9F29-5586-20EC640A5A7B}" dt="2026-01-16T05:35:17.092" v="886" actId="20577"/>
        <pc:sldMkLst>
          <pc:docMk/>
          <pc:sldMk cId="3600641376" sldId="268"/>
        </pc:sldMkLst>
        <pc:spChg chg="add mod">
          <ac:chgData name="Alexander John Hazen" userId="S::ahazen@uwo.ca::1eb57320-36c1-44e9-8336-d070d099268d" providerId="AD" clId="Web-{E2D4A6A2-91B7-9F29-5586-20EC640A5A7B}" dt="2026-01-16T05:28:16.989" v="724" actId="1076"/>
          <ac:spMkLst>
            <pc:docMk/>
            <pc:sldMk cId="3600641376" sldId="268"/>
            <ac:spMk id="5" creationId="{85A8CFBF-7CA0-9E78-DE1F-64E587172546}"/>
          </ac:spMkLst>
        </pc:spChg>
        <pc:spChg chg="add mod">
          <ac:chgData name="Alexander John Hazen" userId="S::ahazen@uwo.ca::1eb57320-36c1-44e9-8336-d070d099268d" providerId="AD" clId="Web-{E2D4A6A2-91B7-9F29-5586-20EC640A5A7B}" dt="2026-01-16T05:33:13.820" v="868" actId="1076"/>
          <ac:spMkLst>
            <pc:docMk/>
            <pc:sldMk cId="3600641376" sldId="268"/>
            <ac:spMk id="7" creationId="{B6D253FE-E34F-1812-1BE5-3C34BCAEA3AE}"/>
          </ac:spMkLst>
        </pc:spChg>
        <pc:spChg chg="add mod">
          <ac:chgData name="Alexander John Hazen" userId="S::ahazen@uwo.ca::1eb57320-36c1-44e9-8336-d070d099268d" providerId="AD" clId="Web-{E2D4A6A2-91B7-9F29-5586-20EC640A5A7B}" dt="2026-01-16T05:33:17.133" v="869" actId="1076"/>
          <ac:spMkLst>
            <pc:docMk/>
            <pc:sldMk cId="3600641376" sldId="268"/>
            <ac:spMk id="8" creationId="{58BCA226-8637-7180-1AE0-780D84825663}"/>
          </ac:spMkLst>
        </pc:spChg>
        <pc:spChg chg="add mod">
          <ac:chgData name="Alexander John Hazen" userId="S::ahazen@uwo.ca::1eb57320-36c1-44e9-8336-d070d099268d" providerId="AD" clId="Web-{E2D4A6A2-91B7-9F29-5586-20EC640A5A7B}" dt="2026-01-16T05:30:33.818" v="811" actId="1076"/>
          <ac:spMkLst>
            <pc:docMk/>
            <pc:sldMk cId="3600641376" sldId="268"/>
            <ac:spMk id="9" creationId="{8B895904-1D28-572F-9C7B-61A1C630B37B}"/>
          </ac:spMkLst>
        </pc:spChg>
        <pc:spChg chg="add mod">
          <ac:chgData name="Alexander John Hazen" userId="S::ahazen@uwo.ca::1eb57320-36c1-44e9-8336-d070d099268d" providerId="AD" clId="Web-{E2D4A6A2-91B7-9F29-5586-20EC640A5A7B}" dt="2026-01-16T05:31:59.381" v="850" actId="1076"/>
          <ac:spMkLst>
            <pc:docMk/>
            <pc:sldMk cId="3600641376" sldId="268"/>
            <ac:spMk id="10" creationId="{94C6FC5E-AC15-8FBE-A5B8-813E57D6C727}"/>
          </ac:spMkLst>
        </pc:spChg>
        <pc:spChg chg="add mod">
          <ac:chgData name="Alexander John Hazen" userId="S::ahazen@uwo.ca::1eb57320-36c1-44e9-8336-d070d099268d" providerId="AD" clId="Web-{E2D4A6A2-91B7-9F29-5586-20EC640A5A7B}" dt="2026-01-16T05:33:22.555" v="870" actId="1076"/>
          <ac:spMkLst>
            <pc:docMk/>
            <pc:sldMk cId="3600641376" sldId="268"/>
            <ac:spMk id="11" creationId="{6918DA50-0199-4B24-F1D5-022F2589A57F}"/>
          </ac:spMkLst>
        </pc:spChg>
        <pc:spChg chg="add mod">
          <ac:chgData name="Alexander John Hazen" userId="S::ahazen@uwo.ca::1eb57320-36c1-44e9-8336-d070d099268d" providerId="AD" clId="Web-{E2D4A6A2-91B7-9F29-5586-20EC640A5A7B}" dt="2026-01-16T05:31:16.865" v="825" actId="1076"/>
          <ac:spMkLst>
            <pc:docMk/>
            <pc:sldMk cId="3600641376" sldId="268"/>
            <ac:spMk id="12" creationId="{45DD1E45-1421-6E9F-9C88-79227630E59D}"/>
          </ac:spMkLst>
        </pc:spChg>
        <pc:spChg chg="add mod">
          <ac:chgData name="Alexander John Hazen" userId="S::ahazen@uwo.ca::1eb57320-36c1-44e9-8336-d070d099268d" providerId="AD" clId="Web-{E2D4A6A2-91B7-9F29-5586-20EC640A5A7B}" dt="2026-01-16T05:32:02.350" v="851" actId="1076"/>
          <ac:spMkLst>
            <pc:docMk/>
            <pc:sldMk cId="3600641376" sldId="268"/>
            <ac:spMk id="13" creationId="{A7B6B6C1-4943-A61C-D42F-6D3960C63222}"/>
          </ac:spMkLst>
        </pc:spChg>
        <pc:spChg chg="add mod">
          <ac:chgData name="Alexander John Hazen" userId="S::ahazen@uwo.ca::1eb57320-36c1-44e9-8336-d070d099268d" providerId="AD" clId="Web-{E2D4A6A2-91B7-9F29-5586-20EC640A5A7B}" dt="2026-01-16T05:34:54.075" v="877"/>
          <ac:spMkLst>
            <pc:docMk/>
            <pc:sldMk cId="3600641376" sldId="268"/>
            <ac:spMk id="149" creationId="{C35F86C0-1309-4726-43CC-99E9A15A7ECF}"/>
          </ac:spMkLst>
        </pc:spChg>
        <pc:graphicFrameChg chg="add mod modGraphic">
          <ac:chgData name="Alexander John Hazen" userId="S::ahazen@uwo.ca::1eb57320-36c1-44e9-8336-d070d099268d" providerId="AD" clId="Web-{E2D4A6A2-91B7-9F29-5586-20EC640A5A7B}" dt="2026-01-16T05:35:17.092" v="886" actId="20577"/>
          <ac:graphicFrameMkLst>
            <pc:docMk/>
            <pc:sldMk cId="3600641376" sldId="268"/>
            <ac:graphicFrameMk id="14" creationId="{42CEA93E-4798-1A64-14AE-7895B723BFB1}"/>
          </ac:graphicFrameMkLst>
        </pc:graphicFrameChg>
      </pc:sldChg>
      <pc:sldChg chg="modSp">
        <pc:chgData name="Alexander John Hazen" userId="S::ahazen@uwo.ca::1eb57320-36c1-44e9-8336-d070d099268d" providerId="AD" clId="Web-{E2D4A6A2-91B7-9F29-5586-20EC640A5A7B}" dt="2026-01-16T05:17:30.145" v="500" actId="20577"/>
        <pc:sldMkLst>
          <pc:docMk/>
          <pc:sldMk cId="3311011129" sldId="269"/>
        </pc:sldMkLst>
        <pc:spChg chg="mod">
          <ac:chgData name="Alexander John Hazen" userId="S::ahazen@uwo.ca::1eb57320-36c1-44e9-8336-d070d099268d" providerId="AD" clId="Web-{E2D4A6A2-91B7-9F29-5586-20EC640A5A7B}" dt="2026-01-16T05:17:30.145" v="500" actId="20577"/>
          <ac:spMkLst>
            <pc:docMk/>
            <pc:sldMk cId="3311011129" sldId="269"/>
            <ac:spMk id="3" creationId="{B67A2270-BD23-A646-2661-FF76D6147E04}"/>
          </ac:spMkLst>
        </pc:spChg>
      </pc:sldChg>
    </pc:docChg>
  </pc:docChgLst>
  <pc:docChgLst>
    <pc:chgData name="Alexander John Hazen" userId="S::ahazen@uwo.ca::1eb57320-36c1-44e9-8336-d070d099268d" providerId="AD" clId="Web-{4DC14AE8-A358-BDBA-DB59-C0416FBAE08A}"/>
    <pc:docChg chg="modSld">
      <pc:chgData name="Alexander John Hazen" userId="S::ahazen@uwo.ca::1eb57320-36c1-44e9-8336-d070d099268d" providerId="AD" clId="Web-{4DC14AE8-A358-BDBA-DB59-C0416FBAE08A}" dt="2026-01-16T05:53:08.319" v="438" actId="20577"/>
      <pc:docMkLst>
        <pc:docMk/>
      </pc:docMkLst>
      <pc:sldChg chg="modSp">
        <pc:chgData name="Alexander John Hazen" userId="S::ahazen@uwo.ca::1eb57320-36c1-44e9-8336-d070d099268d" providerId="AD" clId="Web-{4DC14AE8-A358-BDBA-DB59-C0416FBAE08A}" dt="2026-01-16T05:38:51.773" v="11" actId="20577"/>
        <pc:sldMkLst>
          <pc:docMk/>
          <pc:sldMk cId="3137824330" sldId="262"/>
        </pc:sldMkLst>
        <pc:graphicFrameChg chg="modGraphic">
          <ac:chgData name="Alexander John Hazen" userId="S::ahazen@uwo.ca::1eb57320-36c1-44e9-8336-d070d099268d" providerId="AD" clId="Web-{4DC14AE8-A358-BDBA-DB59-C0416FBAE08A}" dt="2026-01-16T05:38:51.773" v="11" actId="20577"/>
          <ac:graphicFrameMkLst>
            <pc:docMk/>
            <pc:sldMk cId="3137824330" sldId="262"/>
            <ac:graphicFrameMk id="7" creationId="{4D0289A5-B795-0A8B-A44C-01E7B16BDC4E}"/>
          </ac:graphicFrameMkLst>
        </pc:graphicFrameChg>
      </pc:sldChg>
      <pc:sldChg chg="addSp modSp modNotes">
        <pc:chgData name="Alexander John Hazen" userId="S::ahazen@uwo.ca::1eb57320-36c1-44e9-8336-d070d099268d" providerId="AD" clId="Web-{4DC14AE8-A358-BDBA-DB59-C0416FBAE08A}" dt="2026-01-16T05:53:08.319" v="438" actId="20577"/>
        <pc:sldMkLst>
          <pc:docMk/>
          <pc:sldMk cId="1374096785" sldId="265"/>
        </pc:sldMkLst>
        <pc:graphicFrameChg chg="add mod modGraphic">
          <ac:chgData name="Alexander John Hazen" userId="S::ahazen@uwo.ca::1eb57320-36c1-44e9-8336-d070d099268d" providerId="AD" clId="Web-{4DC14AE8-A358-BDBA-DB59-C0416FBAE08A}" dt="2026-01-16T05:42:21.357" v="58" actId="20577"/>
          <ac:graphicFrameMkLst>
            <pc:docMk/>
            <pc:sldMk cId="1374096785" sldId="265"/>
            <ac:graphicFrameMk id="4" creationId="{288F4FC1-AD89-7590-075D-6E83EBA74CFC}"/>
          </ac:graphicFrameMkLst>
        </pc:graphicFrameChg>
        <pc:graphicFrameChg chg="add mod modGraphic">
          <ac:chgData name="Alexander John Hazen" userId="S::ahazen@uwo.ca::1eb57320-36c1-44e9-8336-d070d099268d" providerId="AD" clId="Web-{4DC14AE8-A358-BDBA-DB59-C0416FBAE08A}" dt="2026-01-16T05:45:40.437" v="234" actId="20577"/>
          <ac:graphicFrameMkLst>
            <pc:docMk/>
            <pc:sldMk cId="1374096785" sldId="265"/>
            <ac:graphicFrameMk id="155" creationId="{927919F1-8415-B6D0-7087-5F9214180F3F}"/>
          </ac:graphicFrameMkLst>
        </pc:graphicFrameChg>
        <pc:graphicFrameChg chg="add mod modGraphic">
          <ac:chgData name="Alexander John Hazen" userId="S::ahazen@uwo.ca::1eb57320-36c1-44e9-8336-d070d099268d" providerId="AD" clId="Web-{4DC14AE8-A358-BDBA-DB59-C0416FBAE08A}" dt="2026-01-16T05:46:36.937" v="302" actId="20577"/>
          <ac:graphicFrameMkLst>
            <pc:docMk/>
            <pc:sldMk cId="1374096785" sldId="265"/>
            <ac:graphicFrameMk id="254" creationId="{E748DA33-1920-3A2C-8E89-F216B5B07006}"/>
          </ac:graphicFrameMkLst>
        </pc:graphicFrameChg>
        <pc:graphicFrameChg chg="add mod modGraphic">
          <ac:chgData name="Alexander John Hazen" userId="S::ahazen@uwo.ca::1eb57320-36c1-44e9-8336-d070d099268d" providerId="AD" clId="Web-{4DC14AE8-A358-BDBA-DB59-C0416FBAE08A}" dt="2026-01-16T05:53:08.319" v="438" actId="20577"/>
          <ac:graphicFrameMkLst>
            <pc:docMk/>
            <pc:sldMk cId="1374096785" sldId="265"/>
            <ac:graphicFrameMk id="586" creationId="{53A33780-2D55-8D21-8000-54C93C6AD58F}"/>
          </ac:graphicFrameMkLst>
        </pc:graphicFrameChg>
      </pc:sldChg>
    </pc:docChg>
  </pc:docChgLst>
  <pc:docChgLst>
    <pc:chgData name="Jan Wodnicki" userId="S::jwodnick@uwo.ca::afe7e6e6-f0d2-47ab-8b66-3ecf5ffdb9f4" providerId="AD" clId="Web-{7E83F090-BAE2-FC7E-2E77-9D7EF1C8AF81}"/>
    <pc:docChg chg="addSld delSld">
      <pc:chgData name="Jan Wodnicki" userId="S::jwodnick@uwo.ca::afe7e6e6-f0d2-47ab-8b66-3ecf5ffdb9f4" providerId="AD" clId="Web-{7E83F090-BAE2-FC7E-2E77-9D7EF1C8AF81}" dt="2026-01-16T11:55:18.144" v="1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59AA68-F101-43F1-A473-73CBC6C9CC58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2F2F2"/>
              </a:solidFill>
              <a:latin typeface="Lucida Bright"/>
              <a:ea typeface="+mn-ea"/>
              <a:cs typeface="+mn-cs"/>
            </a:rPr>
            <a:t>Plastic particles 5 mm or smaller</a:t>
          </a:r>
        </a:p>
      </dgm:t>
    </dgm:pt>
    <dgm:pt modelId="{59C73996-5A81-4719-A20A-147F2900ECC8}" type="parTrans" cxnId="{F86CA68A-B89E-4B57-BB42-FDD77A59699F}">
      <dgm:prSet/>
      <dgm:spPr/>
      <dgm:t>
        <a:bodyPr/>
        <a:lstStyle/>
        <a:p>
          <a:endParaRPr lang="en-US"/>
        </a:p>
      </dgm:t>
    </dgm:pt>
    <dgm:pt modelId="{9EC76D6A-4917-4894-B390-887C4399A543}" type="sibTrans" cxnId="{F86CA68A-B89E-4B57-BB42-FDD77A59699F}">
      <dgm:prSet/>
      <dgm:spPr/>
      <dgm:t>
        <a:bodyPr/>
        <a:lstStyle/>
        <a:p>
          <a:endParaRPr lang="en-US"/>
        </a:p>
      </dgm:t>
    </dgm:pt>
    <dgm:pt modelId="{96B0E383-3A02-4B4D-A3F7-DF05F2300E89}">
      <dgm:prSet phldrT="[Text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" sz="1600" b="1" i="1">
              <a:solidFill>
                <a:srgbClr val="F2F2F2"/>
              </a:solidFill>
              <a:latin typeface="Lucida Bright"/>
              <a:ea typeface="+mn-ea"/>
              <a:cs typeface="Arial"/>
            </a:rPr>
            <a:t>Found in water, food, air, soil, and everyday products</a:t>
          </a:r>
          <a:endParaRPr lang="en-US" sz="1600" b="1" i="1">
            <a:solidFill>
              <a:srgbClr val="F2F2F2"/>
            </a:solidFill>
            <a:latin typeface="Lucida Bright"/>
            <a:ea typeface="+mn-ea"/>
            <a:cs typeface="+mn-cs"/>
          </a:endParaRPr>
        </a:p>
      </dgm:t>
    </dgm:pt>
    <dgm:pt modelId="{2A70B10B-10B1-4BCF-A40C-2BD7B4A457A4}" type="parTrans" cxnId="{6FE754E0-BB79-4C2A-8FEE-47CEC3FF92C0}">
      <dgm:prSet/>
      <dgm:spPr/>
      <dgm:t>
        <a:bodyPr/>
        <a:lstStyle/>
        <a:p>
          <a:endParaRPr lang="en-US"/>
        </a:p>
      </dgm:t>
    </dgm:pt>
    <dgm:pt modelId="{949185C4-7AB9-4C76-B465-A4B2F714FE6A}" type="sibTrans" cxnId="{6FE754E0-BB79-4C2A-8FEE-47CEC3FF92C0}">
      <dgm:prSet/>
      <dgm:spPr/>
      <dgm:t>
        <a:bodyPr/>
        <a:lstStyle/>
        <a:p>
          <a:endParaRPr lang="en-US"/>
        </a:p>
      </dgm:t>
    </dgm:pt>
    <dgm:pt modelId="{5CA05C46-88AE-481D-ABA3-043F361AF391}">
      <dgm:prSet phldrT="[Text]" phldr="0"/>
      <dgm:spPr/>
      <dgm:t>
        <a:bodyPr/>
        <a:lstStyle/>
        <a:p>
          <a:pPr algn="l">
            <a:lnSpc>
              <a:spcPct val="90000"/>
            </a:lnSpc>
          </a:pPr>
          <a:r>
            <a:rPr lang="en" sz="1600" b="1" i="1">
              <a:solidFill>
                <a:srgbClr val="F2F2F2"/>
              </a:solidFill>
              <a:latin typeface="Lucida Bright"/>
              <a:ea typeface="+mn-ea"/>
              <a:cs typeface="Arial"/>
            </a:rPr>
            <a:t>Primary microplastics: manufactured microbeads and fibers</a:t>
          </a:r>
          <a:endParaRPr lang="en-US" sz="1600" b="1" i="1">
            <a:solidFill>
              <a:srgbClr val="F2F2F2"/>
            </a:solidFill>
            <a:latin typeface="Lucida Bright"/>
            <a:ea typeface="+mn-ea"/>
            <a:cs typeface="+mn-cs"/>
          </a:endParaRPr>
        </a:p>
      </dgm:t>
    </dgm:pt>
    <dgm:pt modelId="{8BFEA901-27E9-48C9-B312-CF981484661A}" type="parTrans" cxnId="{C6554ED5-436B-4A13-A689-20EB7CCED93F}">
      <dgm:prSet/>
      <dgm:spPr/>
      <dgm:t>
        <a:bodyPr/>
        <a:lstStyle/>
        <a:p>
          <a:endParaRPr lang="en-US"/>
        </a:p>
      </dgm:t>
    </dgm:pt>
    <dgm:pt modelId="{E8E34E7D-5E7B-4C30-901A-1A1D24962668}" type="sibTrans" cxnId="{C6554ED5-436B-4A13-A689-20EB7CCED93F}">
      <dgm:prSet/>
      <dgm:spPr/>
      <dgm:t>
        <a:bodyPr/>
        <a:lstStyle/>
        <a:p>
          <a:endParaRPr lang="en-US"/>
        </a:p>
      </dgm:t>
    </dgm:pt>
    <dgm:pt modelId="{6BCF404A-C62B-4173-99A2-09ACAC0E8F2F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" sz="1600" b="1" i="1">
              <a:solidFill>
                <a:srgbClr val="F2F2F2"/>
              </a:solidFill>
              <a:latin typeface="Lucida Bright"/>
              <a:ea typeface="+mn-ea"/>
              <a:cs typeface="Arial"/>
            </a:rPr>
            <a:t>Secondary microplastics: fragments from broken-down plastics</a:t>
          </a:r>
        </a:p>
      </dgm:t>
    </dgm:pt>
    <dgm:pt modelId="{14F00C1E-67FA-4C94-B4AC-617BF2D369EE}" type="parTrans" cxnId="{CF8D94FF-16FC-4F99-BA77-CC0BAEA8D4FA}">
      <dgm:prSet/>
      <dgm:spPr/>
    </dgm:pt>
    <dgm:pt modelId="{A5609D01-1D79-4269-81DA-B58AF4C0E76E}" type="sibTrans" cxnId="{CF8D94FF-16FC-4F99-BA77-CC0BAEA8D4FA}">
      <dgm:prSet/>
      <dgm:spPr/>
    </dgm:pt>
    <dgm:pt modelId="{BBB23129-FF09-40D4-9125-8C93F615ADA3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" sz="1600" b="1" i="1">
              <a:solidFill>
                <a:srgbClr val="F2F2F2"/>
              </a:solidFill>
              <a:latin typeface="Lucida Bright"/>
              <a:ea typeface="+mn-ea"/>
              <a:cs typeface="Arial"/>
            </a:rPr>
            <a:t>Small enough to enter bodies and ecosystems</a:t>
          </a:r>
        </a:p>
      </dgm:t>
    </dgm:pt>
    <dgm:pt modelId="{263844BD-1997-448B-9918-462D12F06B8D}" type="parTrans" cxnId="{1498E40A-48FF-495D-BE3E-4BB1E5EA819E}">
      <dgm:prSet/>
      <dgm:spPr/>
    </dgm:pt>
    <dgm:pt modelId="{83529535-6BA5-472C-8025-A95D307567DC}" type="sibTrans" cxnId="{1498E40A-48FF-495D-BE3E-4BB1E5EA819E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0072B8F6-ECAB-4A21-8E6C-AFE99AD41E3E}" type="pres">
      <dgm:prSet presAssocID="{1B59AA68-F101-43F1-A473-73CBC6C9CC58}" presName="parentLin" presStyleCnt="0"/>
      <dgm:spPr/>
    </dgm:pt>
    <dgm:pt modelId="{6E6A3AEC-41F9-44D9-B6F7-B3AB6BBF4FA9}" type="pres">
      <dgm:prSet presAssocID="{1B59AA68-F101-43F1-A473-73CBC6C9CC58}" presName="parentLeftMargin" presStyleLbl="node1" presStyleIdx="0" presStyleCnt="5"/>
      <dgm:spPr/>
    </dgm:pt>
    <dgm:pt modelId="{2A057494-5BA3-4D0B-800E-962E4C25BD78}" type="pres">
      <dgm:prSet presAssocID="{1B59AA68-F101-43F1-A473-73CBC6C9CC5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F0E35A3-18F7-4ABE-A19A-C3AE12E9D5D4}" type="pres">
      <dgm:prSet presAssocID="{1B59AA68-F101-43F1-A473-73CBC6C9CC58}" presName="negativeSpace" presStyleCnt="0"/>
      <dgm:spPr/>
    </dgm:pt>
    <dgm:pt modelId="{EC68B4CA-A650-443E-98C3-5FD6B222F6FE}" type="pres">
      <dgm:prSet presAssocID="{1B59AA68-F101-43F1-A473-73CBC6C9CC58}" presName="childText" presStyleLbl="conFgAcc1" presStyleIdx="0" presStyleCnt="5">
        <dgm:presLayoutVars>
          <dgm:bulletEnabled val="1"/>
        </dgm:presLayoutVars>
      </dgm:prSet>
      <dgm:spPr/>
    </dgm:pt>
    <dgm:pt modelId="{0102EC08-2FEE-47C1-998F-46273D5BAB17}" type="pres">
      <dgm:prSet presAssocID="{9EC76D6A-4917-4894-B390-887C4399A543}" presName="spaceBetweenRectangles" presStyleCnt="0"/>
      <dgm:spPr/>
    </dgm:pt>
    <dgm:pt modelId="{8FEBB175-AB8A-4BFF-9AFA-34A9ED2EF7B6}" type="pres">
      <dgm:prSet presAssocID="{96B0E383-3A02-4B4D-A3F7-DF05F2300E89}" presName="parentLin" presStyleCnt="0"/>
      <dgm:spPr/>
    </dgm:pt>
    <dgm:pt modelId="{EBDED09F-AB05-47AA-A1F3-9AC34692FB4E}" type="pres">
      <dgm:prSet presAssocID="{96B0E383-3A02-4B4D-A3F7-DF05F2300E89}" presName="parentLeftMargin" presStyleLbl="node1" presStyleIdx="0" presStyleCnt="5"/>
      <dgm:spPr/>
    </dgm:pt>
    <dgm:pt modelId="{5989EC96-715B-4CCB-9D36-5F595440BF73}" type="pres">
      <dgm:prSet presAssocID="{96B0E383-3A02-4B4D-A3F7-DF05F2300E8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FDF59E-9305-489D-86DE-82F7A3211053}" type="pres">
      <dgm:prSet presAssocID="{96B0E383-3A02-4B4D-A3F7-DF05F2300E89}" presName="negativeSpace" presStyleCnt="0"/>
      <dgm:spPr/>
    </dgm:pt>
    <dgm:pt modelId="{3A907CCB-FC10-4095-9110-0BF57EEB27F8}" type="pres">
      <dgm:prSet presAssocID="{96B0E383-3A02-4B4D-A3F7-DF05F2300E89}" presName="childText" presStyleLbl="conFgAcc1" presStyleIdx="1" presStyleCnt="5">
        <dgm:presLayoutVars>
          <dgm:bulletEnabled val="1"/>
        </dgm:presLayoutVars>
      </dgm:prSet>
      <dgm:spPr/>
    </dgm:pt>
    <dgm:pt modelId="{950DCE4A-BD3D-44CC-9D2E-394A7EC2AD06}" type="pres">
      <dgm:prSet presAssocID="{949185C4-7AB9-4C76-B465-A4B2F714FE6A}" presName="spaceBetweenRectangles" presStyleCnt="0"/>
      <dgm:spPr/>
    </dgm:pt>
    <dgm:pt modelId="{1D950395-C31A-4405-B93D-E0ACBDD19CBA}" type="pres">
      <dgm:prSet presAssocID="{5CA05C46-88AE-481D-ABA3-043F361AF391}" presName="parentLin" presStyleCnt="0"/>
      <dgm:spPr/>
    </dgm:pt>
    <dgm:pt modelId="{BAABCF3C-1C27-4848-BF42-1BF52BB1EA84}" type="pres">
      <dgm:prSet presAssocID="{5CA05C46-88AE-481D-ABA3-043F361AF391}" presName="parentLeftMargin" presStyleLbl="node1" presStyleIdx="1" presStyleCnt="5"/>
      <dgm:spPr/>
    </dgm:pt>
    <dgm:pt modelId="{D42ECDC6-987C-47E1-B705-855FC00AA8B2}" type="pres">
      <dgm:prSet presAssocID="{5CA05C46-88AE-481D-ABA3-043F361AF39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DCD4937-51CA-4D75-A728-6356DF0A5988}" type="pres">
      <dgm:prSet presAssocID="{5CA05C46-88AE-481D-ABA3-043F361AF391}" presName="negativeSpace" presStyleCnt="0"/>
      <dgm:spPr/>
    </dgm:pt>
    <dgm:pt modelId="{E73F6113-C48B-45C9-ADA0-03BB99853BD8}" type="pres">
      <dgm:prSet presAssocID="{5CA05C46-88AE-481D-ABA3-043F361AF391}" presName="childText" presStyleLbl="conFgAcc1" presStyleIdx="2" presStyleCnt="5">
        <dgm:presLayoutVars>
          <dgm:bulletEnabled val="1"/>
        </dgm:presLayoutVars>
      </dgm:prSet>
      <dgm:spPr/>
    </dgm:pt>
    <dgm:pt modelId="{BEE68840-96E3-4208-837D-8562A2C5DA27}" type="pres">
      <dgm:prSet presAssocID="{E8E34E7D-5E7B-4C30-901A-1A1D24962668}" presName="spaceBetweenRectangles" presStyleCnt="0"/>
      <dgm:spPr/>
    </dgm:pt>
    <dgm:pt modelId="{DC750D3C-A483-4950-91B5-E095B065523B}" type="pres">
      <dgm:prSet presAssocID="{6BCF404A-C62B-4173-99A2-09ACAC0E8F2F}" presName="parentLin" presStyleCnt="0"/>
      <dgm:spPr/>
    </dgm:pt>
    <dgm:pt modelId="{25C9B9C0-08B0-4C49-B1C8-6933839701F1}" type="pres">
      <dgm:prSet presAssocID="{6BCF404A-C62B-4173-99A2-09ACAC0E8F2F}" presName="parentLeftMargin" presStyleLbl="node1" presStyleIdx="2" presStyleCnt="5"/>
      <dgm:spPr/>
    </dgm:pt>
    <dgm:pt modelId="{CA76A003-8BB8-4BCD-A830-C44F30C35AEA}" type="pres">
      <dgm:prSet presAssocID="{6BCF404A-C62B-4173-99A2-09ACAC0E8F2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71CEA82-62F3-4282-8DB1-121D85B1AA99}" type="pres">
      <dgm:prSet presAssocID="{6BCF404A-C62B-4173-99A2-09ACAC0E8F2F}" presName="negativeSpace" presStyleCnt="0"/>
      <dgm:spPr/>
    </dgm:pt>
    <dgm:pt modelId="{329D69BD-BEAD-44D2-872B-01F4FE23819B}" type="pres">
      <dgm:prSet presAssocID="{6BCF404A-C62B-4173-99A2-09ACAC0E8F2F}" presName="childText" presStyleLbl="conFgAcc1" presStyleIdx="3" presStyleCnt="5">
        <dgm:presLayoutVars>
          <dgm:bulletEnabled val="1"/>
        </dgm:presLayoutVars>
      </dgm:prSet>
      <dgm:spPr/>
    </dgm:pt>
    <dgm:pt modelId="{866C89A1-17D5-4F26-BFE8-E5448F368E55}" type="pres">
      <dgm:prSet presAssocID="{A5609D01-1D79-4269-81DA-B58AF4C0E76E}" presName="spaceBetweenRectangles" presStyleCnt="0"/>
      <dgm:spPr/>
    </dgm:pt>
    <dgm:pt modelId="{9BE59A83-BBAD-4258-ADFA-5A6040DEA3A9}" type="pres">
      <dgm:prSet presAssocID="{BBB23129-FF09-40D4-9125-8C93F615ADA3}" presName="parentLin" presStyleCnt="0"/>
      <dgm:spPr/>
    </dgm:pt>
    <dgm:pt modelId="{E6FD39D0-5365-4239-92C1-67A0D912B476}" type="pres">
      <dgm:prSet presAssocID="{BBB23129-FF09-40D4-9125-8C93F615ADA3}" presName="parentLeftMargin" presStyleLbl="node1" presStyleIdx="3" presStyleCnt="5"/>
      <dgm:spPr/>
    </dgm:pt>
    <dgm:pt modelId="{A13F71DA-C432-4C29-96F9-68E0EAC29C03}" type="pres">
      <dgm:prSet presAssocID="{BBB23129-FF09-40D4-9125-8C93F615ADA3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9E08515-7FE6-4B84-8CA4-56AE6241C6AA}" type="pres">
      <dgm:prSet presAssocID="{BBB23129-FF09-40D4-9125-8C93F615ADA3}" presName="negativeSpace" presStyleCnt="0"/>
      <dgm:spPr/>
    </dgm:pt>
    <dgm:pt modelId="{CED1B186-3390-40AB-97F7-27C2E9FB5910}" type="pres">
      <dgm:prSet presAssocID="{BBB23129-FF09-40D4-9125-8C93F615ADA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29FE305-860E-4B42-8B14-CB2B65292CB8}" type="presOf" srcId="{96B0E383-3A02-4B4D-A3F7-DF05F2300E89}" destId="{5989EC96-715B-4CCB-9D36-5F595440BF73}" srcOrd="1" destOrd="0" presId="urn:microsoft.com/office/officeart/2005/8/layout/list1"/>
    <dgm:cxn modelId="{96391207-0850-47E5-9708-E3AC9B71AC83}" type="presOf" srcId="{1B59AA68-F101-43F1-A473-73CBC6C9CC58}" destId="{6E6A3AEC-41F9-44D9-B6F7-B3AB6BBF4FA9}" srcOrd="0" destOrd="0" presId="urn:microsoft.com/office/officeart/2005/8/layout/list1"/>
    <dgm:cxn modelId="{1498E40A-48FF-495D-BE3E-4BB1E5EA819E}" srcId="{20B55D71-F065-44E7-B932-09B4F1C2D9CC}" destId="{BBB23129-FF09-40D4-9125-8C93F615ADA3}" srcOrd="4" destOrd="0" parTransId="{263844BD-1997-448B-9918-462D12F06B8D}" sibTransId="{83529535-6BA5-472C-8025-A95D307567DC}"/>
    <dgm:cxn modelId="{E12F570F-E43E-4D7B-BF07-6582F6705E02}" type="presOf" srcId="{5CA05C46-88AE-481D-ABA3-043F361AF391}" destId="{D42ECDC6-987C-47E1-B705-855FC00AA8B2}" srcOrd="1" destOrd="0" presId="urn:microsoft.com/office/officeart/2005/8/layout/list1"/>
    <dgm:cxn modelId="{5047311D-428C-4FE8-A946-8DD08BC19ABB}" type="presOf" srcId="{96B0E383-3A02-4B4D-A3F7-DF05F2300E89}" destId="{EBDED09F-AB05-47AA-A1F3-9AC34692FB4E}" srcOrd="0" destOrd="0" presId="urn:microsoft.com/office/officeart/2005/8/layout/list1"/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D0FD643D-C67E-43E8-8A45-08E8EDE86181}" type="presOf" srcId="{6BCF404A-C62B-4173-99A2-09ACAC0E8F2F}" destId="{25C9B9C0-08B0-4C49-B1C8-6933839701F1}" srcOrd="0" destOrd="0" presId="urn:microsoft.com/office/officeart/2005/8/layout/list1"/>
    <dgm:cxn modelId="{D4DEF63F-CF63-42A4-AC93-7D35411F0D6B}" type="presOf" srcId="{5CA05C46-88AE-481D-ABA3-043F361AF391}" destId="{BAABCF3C-1C27-4848-BF42-1BF52BB1EA84}" srcOrd="0" destOrd="0" presId="urn:microsoft.com/office/officeart/2005/8/layout/list1"/>
    <dgm:cxn modelId="{F86CA68A-B89E-4B57-BB42-FDD77A59699F}" srcId="{20B55D71-F065-44E7-B932-09B4F1C2D9CC}" destId="{1B59AA68-F101-43F1-A473-73CBC6C9CC58}" srcOrd="0" destOrd="0" parTransId="{59C73996-5A81-4719-A20A-147F2900ECC8}" sibTransId="{9EC76D6A-4917-4894-B390-887C4399A543}"/>
    <dgm:cxn modelId="{82736C98-A17A-40A1-96E8-5B5A8FC878FA}" type="presOf" srcId="{BBB23129-FF09-40D4-9125-8C93F615ADA3}" destId="{A13F71DA-C432-4C29-96F9-68E0EAC29C03}" srcOrd="1" destOrd="0" presId="urn:microsoft.com/office/officeart/2005/8/layout/list1"/>
    <dgm:cxn modelId="{38B79ED4-F080-4E84-81BE-4DBA661FD358}" type="presOf" srcId="{1B59AA68-F101-43F1-A473-73CBC6C9CC58}" destId="{2A057494-5BA3-4D0B-800E-962E4C25BD78}" srcOrd="1" destOrd="0" presId="urn:microsoft.com/office/officeart/2005/8/layout/list1"/>
    <dgm:cxn modelId="{C6554ED5-436B-4A13-A689-20EB7CCED93F}" srcId="{20B55D71-F065-44E7-B932-09B4F1C2D9CC}" destId="{5CA05C46-88AE-481D-ABA3-043F361AF391}" srcOrd="2" destOrd="0" parTransId="{8BFEA901-27E9-48C9-B312-CF981484661A}" sibTransId="{E8E34E7D-5E7B-4C30-901A-1A1D24962668}"/>
    <dgm:cxn modelId="{FA0E70D9-5959-4263-8575-8C2FCAB39AF2}" type="presOf" srcId="{BBB23129-FF09-40D4-9125-8C93F615ADA3}" destId="{E6FD39D0-5365-4239-92C1-67A0D912B476}" srcOrd="0" destOrd="0" presId="urn:microsoft.com/office/officeart/2005/8/layout/list1"/>
    <dgm:cxn modelId="{6FE754E0-BB79-4C2A-8FEE-47CEC3FF92C0}" srcId="{20B55D71-F065-44E7-B932-09B4F1C2D9CC}" destId="{96B0E383-3A02-4B4D-A3F7-DF05F2300E89}" srcOrd="1" destOrd="0" parTransId="{2A70B10B-10B1-4BCF-A40C-2BD7B4A457A4}" sibTransId="{949185C4-7AB9-4C76-B465-A4B2F714FE6A}"/>
    <dgm:cxn modelId="{154245F9-1180-4BE0-B219-E97C62A7DCB0}" type="presOf" srcId="{6BCF404A-C62B-4173-99A2-09ACAC0E8F2F}" destId="{CA76A003-8BB8-4BCD-A830-C44F30C35AEA}" srcOrd="1" destOrd="0" presId="urn:microsoft.com/office/officeart/2005/8/layout/list1"/>
    <dgm:cxn modelId="{CF8D94FF-16FC-4F99-BA77-CC0BAEA8D4FA}" srcId="{20B55D71-F065-44E7-B932-09B4F1C2D9CC}" destId="{6BCF404A-C62B-4173-99A2-09ACAC0E8F2F}" srcOrd="3" destOrd="0" parTransId="{14F00C1E-67FA-4C94-B4AC-617BF2D369EE}" sibTransId="{A5609D01-1D79-4269-81DA-B58AF4C0E76E}"/>
    <dgm:cxn modelId="{671B9C83-022C-41F4-863A-E03FD5644103}" type="presParOf" srcId="{D56173A5-49B9-492F-ACA9-81918605292D}" destId="{0072B8F6-ECAB-4A21-8E6C-AFE99AD41E3E}" srcOrd="0" destOrd="0" presId="urn:microsoft.com/office/officeart/2005/8/layout/list1"/>
    <dgm:cxn modelId="{8C85C233-56A6-4D1B-9A75-1ABAE5B11AC3}" type="presParOf" srcId="{0072B8F6-ECAB-4A21-8E6C-AFE99AD41E3E}" destId="{6E6A3AEC-41F9-44D9-B6F7-B3AB6BBF4FA9}" srcOrd="0" destOrd="0" presId="urn:microsoft.com/office/officeart/2005/8/layout/list1"/>
    <dgm:cxn modelId="{1B540498-B4C0-4E92-9FC6-BB53B9C33CD9}" type="presParOf" srcId="{0072B8F6-ECAB-4A21-8E6C-AFE99AD41E3E}" destId="{2A057494-5BA3-4D0B-800E-962E4C25BD78}" srcOrd="1" destOrd="0" presId="urn:microsoft.com/office/officeart/2005/8/layout/list1"/>
    <dgm:cxn modelId="{B9710C8E-E8AB-471E-B463-B903DEDCA194}" type="presParOf" srcId="{D56173A5-49B9-492F-ACA9-81918605292D}" destId="{FF0E35A3-18F7-4ABE-A19A-C3AE12E9D5D4}" srcOrd="1" destOrd="0" presId="urn:microsoft.com/office/officeart/2005/8/layout/list1"/>
    <dgm:cxn modelId="{1E17F9C8-A128-4BB0-A0D1-BC070E710C8B}" type="presParOf" srcId="{D56173A5-49B9-492F-ACA9-81918605292D}" destId="{EC68B4CA-A650-443E-98C3-5FD6B222F6FE}" srcOrd="2" destOrd="0" presId="urn:microsoft.com/office/officeart/2005/8/layout/list1"/>
    <dgm:cxn modelId="{679C6CE5-8C8D-4EB4-BB7D-FB8F150AABAC}" type="presParOf" srcId="{D56173A5-49B9-492F-ACA9-81918605292D}" destId="{0102EC08-2FEE-47C1-998F-46273D5BAB17}" srcOrd="3" destOrd="0" presId="urn:microsoft.com/office/officeart/2005/8/layout/list1"/>
    <dgm:cxn modelId="{BDEE599E-EB36-4D58-822D-1041E1F2C13C}" type="presParOf" srcId="{D56173A5-49B9-492F-ACA9-81918605292D}" destId="{8FEBB175-AB8A-4BFF-9AFA-34A9ED2EF7B6}" srcOrd="4" destOrd="0" presId="urn:microsoft.com/office/officeart/2005/8/layout/list1"/>
    <dgm:cxn modelId="{D942C0B2-8E4D-4C76-8742-E09B6A45719A}" type="presParOf" srcId="{8FEBB175-AB8A-4BFF-9AFA-34A9ED2EF7B6}" destId="{EBDED09F-AB05-47AA-A1F3-9AC34692FB4E}" srcOrd="0" destOrd="0" presId="urn:microsoft.com/office/officeart/2005/8/layout/list1"/>
    <dgm:cxn modelId="{7A735A75-EB22-4CB7-8AF1-26B235EDA709}" type="presParOf" srcId="{8FEBB175-AB8A-4BFF-9AFA-34A9ED2EF7B6}" destId="{5989EC96-715B-4CCB-9D36-5F595440BF73}" srcOrd="1" destOrd="0" presId="urn:microsoft.com/office/officeart/2005/8/layout/list1"/>
    <dgm:cxn modelId="{7413C014-8D4C-4A0C-8FB6-6382D35007E7}" type="presParOf" srcId="{D56173A5-49B9-492F-ACA9-81918605292D}" destId="{16FDF59E-9305-489D-86DE-82F7A3211053}" srcOrd="5" destOrd="0" presId="urn:microsoft.com/office/officeart/2005/8/layout/list1"/>
    <dgm:cxn modelId="{7A29C296-D19F-43BC-A9B5-8829E6F8BD91}" type="presParOf" srcId="{D56173A5-49B9-492F-ACA9-81918605292D}" destId="{3A907CCB-FC10-4095-9110-0BF57EEB27F8}" srcOrd="6" destOrd="0" presId="urn:microsoft.com/office/officeart/2005/8/layout/list1"/>
    <dgm:cxn modelId="{C8845789-E119-48BE-B6F0-8785A80A218A}" type="presParOf" srcId="{D56173A5-49B9-492F-ACA9-81918605292D}" destId="{950DCE4A-BD3D-44CC-9D2E-394A7EC2AD06}" srcOrd="7" destOrd="0" presId="urn:microsoft.com/office/officeart/2005/8/layout/list1"/>
    <dgm:cxn modelId="{A9F2098A-3CAB-4F42-9ED5-F81646E7E176}" type="presParOf" srcId="{D56173A5-49B9-492F-ACA9-81918605292D}" destId="{1D950395-C31A-4405-B93D-E0ACBDD19CBA}" srcOrd="8" destOrd="0" presId="urn:microsoft.com/office/officeart/2005/8/layout/list1"/>
    <dgm:cxn modelId="{79F850B4-9C0F-4F57-9A66-A78F224752A1}" type="presParOf" srcId="{1D950395-C31A-4405-B93D-E0ACBDD19CBA}" destId="{BAABCF3C-1C27-4848-BF42-1BF52BB1EA84}" srcOrd="0" destOrd="0" presId="urn:microsoft.com/office/officeart/2005/8/layout/list1"/>
    <dgm:cxn modelId="{AD88CA6C-6D4D-4A2E-B2D5-85CEFC9A860D}" type="presParOf" srcId="{1D950395-C31A-4405-B93D-E0ACBDD19CBA}" destId="{D42ECDC6-987C-47E1-B705-855FC00AA8B2}" srcOrd="1" destOrd="0" presId="urn:microsoft.com/office/officeart/2005/8/layout/list1"/>
    <dgm:cxn modelId="{193EC63E-304D-47AC-BECF-C17E71AE8E5E}" type="presParOf" srcId="{D56173A5-49B9-492F-ACA9-81918605292D}" destId="{5DCD4937-51CA-4D75-A728-6356DF0A5988}" srcOrd="9" destOrd="0" presId="urn:microsoft.com/office/officeart/2005/8/layout/list1"/>
    <dgm:cxn modelId="{B9562522-01E2-44BC-91C1-FC9BC871DD0A}" type="presParOf" srcId="{D56173A5-49B9-492F-ACA9-81918605292D}" destId="{E73F6113-C48B-45C9-ADA0-03BB99853BD8}" srcOrd="10" destOrd="0" presId="urn:microsoft.com/office/officeart/2005/8/layout/list1"/>
    <dgm:cxn modelId="{180B44C1-B5BD-4D3E-B314-6FC4888C699C}" type="presParOf" srcId="{D56173A5-49B9-492F-ACA9-81918605292D}" destId="{BEE68840-96E3-4208-837D-8562A2C5DA27}" srcOrd="11" destOrd="0" presId="urn:microsoft.com/office/officeart/2005/8/layout/list1"/>
    <dgm:cxn modelId="{577222C1-3B47-4DA4-ADDC-E6EA0FC861AA}" type="presParOf" srcId="{D56173A5-49B9-492F-ACA9-81918605292D}" destId="{DC750D3C-A483-4950-91B5-E095B065523B}" srcOrd="12" destOrd="0" presId="urn:microsoft.com/office/officeart/2005/8/layout/list1"/>
    <dgm:cxn modelId="{82571B9E-D514-4E35-AECB-4C01AF09B679}" type="presParOf" srcId="{DC750D3C-A483-4950-91B5-E095B065523B}" destId="{25C9B9C0-08B0-4C49-B1C8-6933839701F1}" srcOrd="0" destOrd="0" presId="urn:microsoft.com/office/officeart/2005/8/layout/list1"/>
    <dgm:cxn modelId="{791576B2-BE35-4C59-A1B9-7C4FE0BE41BC}" type="presParOf" srcId="{DC750D3C-A483-4950-91B5-E095B065523B}" destId="{CA76A003-8BB8-4BCD-A830-C44F30C35AEA}" srcOrd="1" destOrd="0" presId="urn:microsoft.com/office/officeart/2005/8/layout/list1"/>
    <dgm:cxn modelId="{7531525D-109A-4437-BDCD-7D474E36A9CA}" type="presParOf" srcId="{D56173A5-49B9-492F-ACA9-81918605292D}" destId="{471CEA82-62F3-4282-8DB1-121D85B1AA99}" srcOrd="13" destOrd="0" presId="urn:microsoft.com/office/officeart/2005/8/layout/list1"/>
    <dgm:cxn modelId="{65FC3672-F326-40F1-A13D-2AEF0E390B21}" type="presParOf" srcId="{D56173A5-49B9-492F-ACA9-81918605292D}" destId="{329D69BD-BEAD-44D2-872B-01F4FE23819B}" srcOrd="14" destOrd="0" presId="urn:microsoft.com/office/officeart/2005/8/layout/list1"/>
    <dgm:cxn modelId="{C4F67B12-467C-40BA-8FEE-D2608091A8CB}" type="presParOf" srcId="{D56173A5-49B9-492F-ACA9-81918605292D}" destId="{866C89A1-17D5-4F26-BFE8-E5448F368E55}" srcOrd="15" destOrd="0" presId="urn:microsoft.com/office/officeart/2005/8/layout/list1"/>
    <dgm:cxn modelId="{FA50D25C-0950-424E-95B2-7A2A2E3FCC47}" type="presParOf" srcId="{D56173A5-49B9-492F-ACA9-81918605292D}" destId="{9BE59A83-BBAD-4258-ADFA-5A6040DEA3A9}" srcOrd="16" destOrd="0" presId="urn:microsoft.com/office/officeart/2005/8/layout/list1"/>
    <dgm:cxn modelId="{10334E5E-B2A0-4C60-BBED-202D3A2306C5}" type="presParOf" srcId="{9BE59A83-BBAD-4258-ADFA-5A6040DEA3A9}" destId="{E6FD39D0-5365-4239-92C1-67A0D912B476}" srcOrd="0" destOrd="0" presId="urn:microsoft.com/office/officeart/2005/8/layout/list1"/>
    <dgm:cxn modelId="{D358CE55-1DAC-4A99-833C-162619BC48C8}" type="presParOf" srcId="{9BE59A83-BBAD-4258-ADFA-5A6040DEA3A9}" destId="{A13F71DA-C432-4C29-96F9-68E0EAC29C03}" srcOrd="1" destOrd="0" presId="urn:microsoft.com/office/officeart/2005/8/layout/list1"/>
    <dgm:cxn modelId="{80D5A2A3-547C-48CE-97E9-E8122005AD80}" type="presParOf" srcId="{D56173A5-49B9-492F-ACA9-81918605292D}" destId="{09E08515-7FE6-4B84-8CA4-56AE6241C6AA}" srcOrd="17" destOrd="0" presId="urn:microsoft.com/office/officeart/2005/8/layout/list1"/>
    <dgm:cxn modelId="{DE2E0610-1EFE-4B73-98B6-DA8F2347F8D3}" type="presParOf" srcId="{D56173A5-49B9-492F-ACA9-81918605292D}" destId="{CED1B186-3390-40AB-97F7-27C2E9FB591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B23129-FF09-40D4-9125-8C93F615ADA3}">
      <dgm:prSet phldr="0" custT="1"/>
      <dgm:spPr/>
      <dgm:t>
        <a:bodyPr/>
        <a:lstStyle/>
        <a:p>
          <a:pPr algn="l">
            <a:lnSpc>
              <a:spcPct val="90000"/>
            </a:lnSpc>
          </a:pPr>
          <a:r>
            <a:rPr lang="en" sz="1600" b="1" i="1">
              <a:solidFill>
                <a:srgbClr val="F2F2F2"/>
              </a:solidFill>
              <a:latin typeface="Lucida Bright"/>
              <a:ea typeface="+mn-ea"/>
              <a:cs typeface="Arial"/>
            </a:rPr>
            <a:t>Ingested by marine organisms</a:t>
          </a:r>
          <a:endParaRPr lang="en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gm:t>
    </dgm:pt>
    <dgm:pt modelId="{263844BD-1997-448B-9918-462D12F06B8D}" type="parTrans" cxnId="{1498E40A-48FF-495D-BE3E-4BB1E5EA819E}">
      <dgm:prSet/>
      <dgm:spPr/>
    </dgm:pt>
    <dgm:pt modelId="{83529535-6BA5-472C-8025-A95D307567DC}" type="sibTrans" cxnId="{1498E40A-48FF-495D-BE3E-4BB1E5EA819E}">
      <dgm:prSet/>
      <dgm:spPr/>
    </dgm:pt>
    <dgm:pt modelId="{B77A47DA-2104-4FFE-A9E8-0AB8EF9923F8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" sz="1600" b="1" i="1">
              <a:solidFill>
                <a:srgbClr val="F2F2F2"/>
              </a:solidFill>
              <a:latin typeface="Lucida Bright"/>
              <a:ea typeface="+mn-ea"/>
              <a:cs typeface="Arial"/>
            </a:rPr>
            <a:t>Bioaccumulate inside the food chain</a:t>
          </a:r>
        </a:p>
      </dgm:t>
    </dgm:pt>
    <dgm:pt modelId="{1362FAF9-819E-4E22-B54C-BBFB4CC9C196}" type="parTrans" cxnId="{69A0E0EA-F031-4DD7-B0B0-2487E9BB1FED}">
      <dgm:prSet/>
      <dgm:spPr/>
    </dgm:pt>
    <dgm:pt modelId="{582B4B16-86DF-49CF-8386-E0FA4436CD24}" type="sibTrans" cxnId="{69A0E0EA-F031-4DD7-B0B0-2487E9BB1FED}">
      <dgm:prSet/>
      <dgm:spPr/>
    </dgm:pt>
    <dgm:pt modelId="{F07BF513-22E8-49A9-84F1-42D1237F02A8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" sz="1600" b="1" i="1">
              <a:solidFill>
                <a:srgbClr val="F2F2F2"/>
              </a:solidFill>
              <a:latin typeface="Lucida Bright"/>
              <a:ea typeface="+mn-ea"/>
              <a:cs typeface="Arial"/>
            </a:rPr>
            <a:t>Disrupt zooplankton, harming marine food webs</a:t>
          </a:r>
        </a:p>
      </dgm:t>
    </dgm:pt>
    <dgm:pt modelId="{56E46484-D439-45C8-9E02-D136C937D514}" type="parTrans" cxnId="{98607210-D250-415D-BE49-3C1E2B2F0E71}">
      <dgm:prSet/>
      <dgm:spPr/>
    </dgm:pt>
    <dgm:pt modelId="{F2B19D43-B722-471F-8F00-F8C6C5F71BF4}" type="sibTrans" cxnId="{98607210-D250-415D-BE49-3C1E2B2F0E71}">
      <dgm:prSet/>
      <dgm:spPr/>
    </dgm:pt>
    <dgm:pt modelId="{553D1FFD-18CB-41ED-8103-FC981B94B708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" sz="1600" b="1" i="1">
              <a:solidFill>
                <a:srgbClr val="FFFFFF"/>
              </a:solidFill>
              <a:latin typeface="Lucida Bright"/>
              <a:ea typeface="+mn-ea"/>
              <a:cs typeface="Arial"/>
            </a:rPr>
            <a:t>MPs are found everywhere</a:t>
          </a:r>
        </a:p>
      </dgm:t>
    </dgm:pt>
    <dgm:pt modelId="{5B9EB967-F592-4218-B58B-EF08FAB21D9E}" type="parTrans" cxnId="{4B702447-8093-49D2-94CB-26A43746118D}">
      <dgm:prSet/>
      <dgm:spPr/>
    </dgm:pt>
    <dgm:pt modelId="{6EEE6261-BD03-4198-B79F-BCA0C31AA90E}" type="sibTrans" cxnId="{4B702447-8093-49D2-94CB-26A43746118D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C85400C0-41D4-4FB9-9EAB-94115232B607}" type="pres">
      <dgm:prSet presAssocID="{553D1FFD-18CB-41ED-8103-FC981B94B708}" presName="parentLin" presStyleCnt="0"/>
      <dgm:spPr/>
    </dgm:pt>
    <dgm:pt modelId="{C6D7A089-5321-436F-848C-232BFF90A521}" type="pres">
      <dgm:prSet presAssocID="{553D1FFD-18CB-41ED-8103-FC981B94B708}" presName="parentLeftMargin" presStyleLbl="node1" presStyleIdx="0" presStyleCnt="4"/>
      <dgm:spPr/>
    </dgm:pt>
    <dgm:pt modelId="{B2D9265F-EBF0-4EB7-8828-6AA6F270625E}" type="pres">
      <dgm:prSet presAssocID="{553D1FFD-18CB-41ED-8103-FC981B94B70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7A2FED2-503E-49BC-A24F-635FC7E64C63}" type="pres">
      <dgm:prSet presAssocID="{553D1FFD-18CB-41ED-8103-FC981B94B708}" presName="negativeSpace" presStyleCnt="0"/>
      <dgm:spPr/>
    </dgm:pt>
    <dgm:pt modelId="{0FD44774-8CBD-4BAE-8746-EA8A91EB37DA}" type="pres">
      <dgm:prSet presAssocID="{553D1FFD-18CB-41ED-8103-FC981B94B708}" presName="childText" presStyleLbl="conFgAcc1" presStyleIdx="0" presStyleCnt="4">
        <dgm:presLayoutVars>
          <dgm:bulletEnabled val="1"/>
        </dgm:presLayoutVars>
      </dgm:prSet>
      <dgm:spPr/>
    </dgm:pt>
    <dgm:pt modelId="{30B4230F-687A-4068-8FE9-7EAB86C53465}" type="pres">
      <dgm:prSet presAssocID="{6EEE6261-BD03-4198-B79F-BCA0C31AA90E}" presName="spaceBetweenRectangles" presStyleCnt="0"/>
      <dgm:spPr/>
    </dgm:pt>
    <dgm:pt modelId="{9BE59A83-BBAD-4258-ADFA-5A6040DEA3A9}" type="pres">
      <dgm:prSet presAssocID="{BBB23129-FF09-40D4-9125-8C93F615ADA3}" presName="parentLin" presStyleCnt="0"/>
      <dgm:spPr/>
    </dgm:pt>
    <dgm:pt modelId="{E6FD39D0-5365-4239-92C1-67A0D912B476}" type="pres">
      <dgm:prSet presAssocID="{BBB23129-FF09-40D4-9125-8C93F615ADA3}" presName="parentLeftMargin" presStyleLbl="node1" presStyleIdx="0" presStyleCnt="4"/>
      <dgm:spPr/>
    </dgm:pt>
    <dgm:pt modelId="{A13F71DA-C432-4C29-96F9-68E0EAC29C03}" type="pres">
      <dgm:prSet presAssocID="{BBB23129-FF09-40D4-9125-8C93F615ADA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9E08515-7FE6-4B84-8CA4-56AE6241C6AA}" type="pres">
      <dgm:prSet presAssocID="{BBB23129-FF09-40D4-9125-8C93F615ADA3}" presName="negativeSpace" presStyleCnt="0"/>
      <dgm:spPr/>
    </dgm:pt>
    <dgm:pt modelId="{CED1B186-3390-40AB-97F7-27C2E9FB5910}" type="pres">
      <dgm:prSet presAssocID="{BBB23129-FF09-40D4-9125-8C93F615ADA3}" presName="childText" presStyleLbl="conFgAcc1" presStyleIdx="1" presStyleCnt="4">
        <dgm:presLayoutVars>
          <dgm:bulletEnabled val="1"/>
        </dgm:presLayoutVars>
      </dgm:prSet>
      <dgm:spPr/>
    </dgm:pt>
    <dgm:pt modelId="{BF842B44-146B-41C7-B5EA-69B8B5EBB4A1}" type="pres">
      <dgm:prSet presAssocID="{83529535-6BA5-472C-8025-A95D307567DC}" presName="spaceBetweenRectangles" presStyleCnt="0"/>
      <dgm:spPr/>
    </dgm:pt>
    <dgm:pt modelId="{C91DA995-EF84-431B-8007-2A1F29AB5BF3}" type="pres">
      <dgm:prSet presAssocID="{B77A47DA-2104-4FFE-A9E8-0AB8EF9923F8}" presName="parentLin" presStyleCnt="0"/>
      <dgm:spPr/>
    </dgm:pt>
    <dgm:pt modelId="{13B0A967-E442-4C64-9D66-41CA6F1B53AF}" type="pres">
      <dgm:prSet presAssocID="{B77A47DA-2104-4FFE-A9E8-0AB8EF9923F8}" presName="parentLeftMargin" presStyleLbl="node1" presStyleIdx="1" presStyleCnt="4"/>
      <dgm:spPr/>
    </dgm:pt>
    <dgm:pt modelId="{0F1120A6-81BB-4133-B125-476C5674ECFB}" type="pres">
      <dgm:prSet presAssocID="{B77A47DA-2104-4FFE-A9E8-0AB8EF9923F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628F9E9-CC07-4B70-A528-ECA82A6A1457}" type="pres">
      <dgm:prSet presAssocID="{B77A47DA-2104-4FFE-A9E8-0AB8EF9923F8}" presName="negativeSpace" presStyleCnt="0"/>
      <dgm:spPr/>
    </dgm:pt>
    <dgm:pt modelId="{B6225FD1-C4DE-4CD2-9FC0-76E9B778BBC8}" type="pres">
      <dgm:prSet presAssocID="{B77A47DA-2104-4FFE-A9E8-0AB8EF9923F8}" presName="childText" presStyleLbl="conFgAcc1" presStyleIdx="2" presStyleCnt="4">
        <dgm:presLayoutVars>
          <dgm:bulletEnabled val="1"/>
        </dgm:presLayoutVars>
      </dgm:prSet>
      <dgm:spPr/>
    </dgm:pt>
    <dgm:pt modelId="{858750D4-0F45-427F-BA78-F438146FA524}" type="pres">
      <dgm:prSet presAssocID="{582B4B16-86DF-49CF-8386-E0FA4436CD24}" presName="spaceBetweenRectangles" presStyleCnt="0"/>
      <dgm:spPr/>
    </dgm:pt>
    <dgm:pt modelId="{7CEA42AA-B0E3-42F1-8642-0AC35C5BAF4F}" type="pres">
      <dgm:prSet presAssocID="{F07BF513-22E8-49A9-84F1-42D1237F02A8}" presName="parentLin" presStyleCnt="0"/>
      <dgm:spPr/>
    </dgm:pt>
    <dgm:pt modelId="{A96DDC57-7E38-496D-A1CD-EF68FFECC919}" type="pres">
      <dgm:prSet presAssocID="{F07BF513-22E8-49A9-84F1-42D1237F02A8}" presName="parentLeftMargin" presStyleLbl="node1" presStyleIdx="2" presStyleCnt="4"/>
      <dgm:spPr/>
    </dgm:pt>
    <dgm:pt modelId="{9DD1FECA-3AA3-492C-86BF-0FDC79F74BAF}" type="pres">
      <dgm:prSet presAssocID="{F07BF513-22E8-49A9-84F1-42D1237F02A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50F4B7E-4662-4455-A2E7-E36F755909A7}" type="pres">
      <dgm:prSet presAssocID="{F07BF513-22E8-49A9-84F1-42D1237F02A8}" presName="negativeSpace" presStyleCnt="0"/>
      <dgm:spPr/>
    </dgm:pt>
    <dgm:pt modelId="{6069B1CD-5FE0-4DE4-8031-EE7C9D26BDC4}" type="pres">
      <dgm:prSet presAssocID="{F07BF513-22E8-49A9-84F1-42D1237F02A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07D2103-307C-46EC-9132-6BA7417AEE41}" type="presOf" srcId="{553D1FFD-18CB-41ED-8103-FC981B94B708}" destId="{B2D9265F-EBF0-4EB7-8828-6AA6F270625E}" srcOrd="1" destOrd="0" presId="urn:microsoft.com/office/officeart/2005/8/layout/list1"/>
    <dgm:cxn modelId="{B8E4ED03-7D8A-430B-BB06-93257AACF360}" type="presOf" srcId="{BBB23129-FF09-40D4-9125-8C93F615ADA3}" destId="{E6FD39D0-5365-4239-92C1-67A0D912B476}" srcOrd="0" destOrd="0" presId="urn:microsoft.com/office/officeart/2005/8/layout/list1"/>
    <dgm:cxn modelId="{1498E40A-48FF-495D-BE3E-4BB1E5EA819E}" srcId="{20B55D71-F065-44E7-B932-09B4F1C2D9CC}" destId="{BBB23129-FF09-40D4-9125-8C93F615ADA3}" srcOrd="1" destOrd="0" parTransId="{263844BD-1997-448B-9918-462D12F06B8D}" sibTransId="{83529535-6BA5-472C-8025-A95D307567DC}"/>
    <dgm:cxn modelId="{98607210-D250-415D-BE49-3C1E2B2F0E71}" srcId="{20B55D71-F065-44E7-B932-09B4F1C2D9CC}" destId="{F07BF513-22E8-49A9-84F1-42D1237F02A8}" srcOrd="3" destOrd="0" parTransId="{56E46484-D439-45C8-9E02-D136C937D514}" sibTransId="{F2B19D43-B722-471F-8F00-F8C6C5F71BF4}"/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4B702447-8093-49D2-94CB-26A43746118D}" srcId="{20B55D71-F065-44E7-B932-09B4F1C2D9CC}" destId="{553D1FFD-18CB-41ED-8103-FC981B94B708}" srcOrd="0" destOrd="0" parTransId="{5B9EB967-F592-4218-B58B-EF08FAB21D9E}" sibTransId="{6EEE6261-BD03-4198-B79F-BCA0C31AA90E}"/>
    <dgm:cxn modelId="{AD78DF98-95EB-4633-8A31-A43EFCAB5475}" type="presOf" srcId="{553D1FFD-18CB-41ED-8103-FC981B94B708}" destId="{C6D7A089-5321-436F-848C-232BFF90A521}" srcOrd="0" destOrd="0" presId="urn:microsoft.com/office/officeart/2005/8/layout/list1"/>
    <dgm:cxn modelId="{E4D8A1AB-943B-4794-9FFB-35F04DDDCD94}" type="presOf" srcId="{F07BF513-22E8-49A9-84F1-42D1237F02A8}" destId="{9DD1FECA-3AA3-492C-86BF-0FDC79F74BAF}" srcOrd="1" destOrd="0" presId="urn:microsoft.com/office/officeart/2005/8/layout/list1"/>
    <dgm:cxn modelId="{811517D0-D38A-476F-98D3-4F1BB3A2FC5B}" type="presOf" srcId="{B77A47DA-2104-4FFE-A9E8-0AB8EF9923F8}" destId="{13B0A967-E442-4C64-9D66-41CA6F1B53AF}" srcOrd="0" destOrd="0" presId="urn:microsoft.com/office/officeart/2005/8/layout/list1"/>
    <dgm:cxn modelId="{6FBABCE0-ED81-4802-B15E-EEE9EB11E760}" type="presOf" srcId="{B77A47DA-2104-4FFE-A9E8-0AB8EF9923F8}" destId="{0F1120A6-81BB-4133-B125-476C5674ECFB}" srcOrd="1" destOrd="0" presId="urn:microsoft.com/office/officeart/2005/8/layout/list1"/>
    <dgm:cxn modelId="{2580E5E0-8052-4AEC-A050-5EA0C17DCD7F}" type="presOf" srcId="{F07BF513-22E8-49A9-84F1-42D1237F02A8}" destId="{A96DDC57-7E38-496D-A1CD-EF68FFECC919}" srcOrd="0" destOrd="0" presId="urn:microsoft.com/office/officeart/2005/8/layout/list1"/>
    <dgm:cxn modelId="{69A0E0EA-F031-4DD7-B0B0-2487E9BB1FED}" srcId="{20B55D71-F065-44E7-B932-09B4F1C2D9CC}" destId="{B77A47DA-2104-4FFE-A9E8-0AB8EF9923F8}" srcOrd="2" destOrd="0" parTransId="{1362FAF9-819E-4E22-B54C-BBFB4CC9C196}" sibTransId="{582B4B16-86DF-49CF-8386-E0FA4436CD24}"/>
    <dgm:cxn modelId="{F09724EE-EF13-4ED7-AE96-647C69978B6B}" type="presOf" srcId="{BBB23129-FF09-40D4-9125-8C93F615ADA3}" destId="{A13F71DA-C432-4C29-96F9-68E0EAC29C03}" srcOrd="1" destOrd="0" presId="urn:microsoft.com/office/officeart/2005/8/layout/list1"/>
    <dgm:cxn modelId="{2C4FA0CB-1FFB-461B-8311-A75BF0122329}" type="presParOf" srcId="{D56173A5-49B9-492F-ACA9-81918605292D}" destId="{C85400C0-41D4-4FB9-9EAB-94115232B607}" srcOrd="0" destOrd="0" presId="urn:microsoft.com/office/officeart/2005/8/layout/list1"/>
    <dgm:cxn modelId="{C332162F-2BFC-48F4-859D-5590BD79A631}" type="presParOf" srcId="{C85400C0-41D4-4FB9-9EAB-94115232B607}" destId="{C6D7A089-5321-436F-848C-232BFF90A521}" srcOrd="0" destOrd="0" presId="urn:microsoft.com/office/officeart/2005/8/layout/list1"/>
    <dgm:cxn modelId="{4DCF569A-27B9-43F7-8B67-839930E090AD}" type="presParOf" srcId="{C85400C0-41D4-4FB9-9EAB-94115232B607}" destId="{B2D9265F-EBF0-4EB7-8828-6AA6F270625E}" srcOrd="1" destOrd="0" presId="urn:microsoft.com/office/officeart/2005/8/layout/list1"/>
    <dgm:cxn modelId="{2DE7D96D-7BA7-4A43-9D9B-BB0FB05F6803}" type="presParOf" srcId="{D56173A5-49B9-492F-ACA9-81918605292D}" destId="{37A2FED2-503E-49BC-A24F-635FC7E64C63}" srcOrd="1" destOrd="0" presId="urn:microsoft.com/office/officeart/2005/8/layout/list1"/>
    <dgm:cxn modelId="{C8116FCD-DA02-478B-9ED1-AE809655350A}" type="presParOf" srcId="{D56173A5-49B9-492F-ACA9-81918605292D}" destId="{0FD44774-8CBD-4BAE-8746-EA8A91EB37DA}" srcOrd="2" destOrd="0" presId="urn:microsoft.com/office/officeart/2005/8/layout/list1"/>
    <dgm:cxn modelId="{91D9A903-0B7F-4640-9BCA-0C5E3A9899EE}" type="presParOf" srcId="{D56173A5-49B9-492F-ACA9-81918605292D}" destId="{30B4230F-687A-4068-8FE9-7EAB86C53465}" srcOrd="3" destOrd="0" presId="urn:microsoft.com/office/officeart/2005/8/layout/list1"/>
    <dgm:cxn modelId="{FF77CEC3-5A59-4FC0-8B5B-8D2F06869D4C}" type="presParOf" srcId="{D56173A5-49B9-492F-ACA9-81918605292D}" destId="{9BE59A83-BBAD-4258-ADFA-5A6040DEA3A9}" srcOrd="4" destOrd="0" presId="urn:microsoft.com/office/officeart/2005/8/layout/list1"/>
    <dgm:cxn modelId="{D0F5711D-9381-4DE9-A671-68FFA78F8E9B}" type="presParOf" srcId="{9BE59A83-BBAD-4258-ADFA-5A6040DEA3A9}" destId="{E6FD39D0-5365-4239-92C1-67A0D912B476}" srcOrd="0" destOrd="0" presId="urn:microsoft.com/office/officeart/2005/8/layout/list1"/>
    <dgm:cxn modelId="{BE5CEF75-6A0E-4FDB-B82C-6F048E10210D}" type="presParOf" srcId="{9BE59A83-BBAD-4258-ADFA-5A6040DEA3A9}" destId="{A13F71DA-C432-4C29-96F9-68E0EAC29C03}" srcOrd="1" destOrd="0" presId="urn:microsoft.com/office/officeart/2005/8/layout/list1"/>
    <dgm:cxn modelId="{2781812C-0B88-48D3-9B49-508A00654F8D}" type="presParOf" srcId="{D56173A5-49B9-492F-ACA9-81918605292D}" destId="{09E08515-7FE6-4B84-8CA4-56AE6241C6AA}" srcOrd="5" destOrd="0" presId="urn:microsoft.com/office/officeart/2005/8/layout/list1"/>
    <dgm:cxn modelId="{5C262B01-310F-4E64-9F4C-8FE83C8ECF72}" type="presParOf" srcId="{D56173A5-49B9-492F-ACA9-81918605292D}" destId="{CED1B186-3390-40AB-97F7-27C2E9FB5910}" srcOrd="6" destOrd="0" presId="urn:microsoft.com/office/officeart/2005/8/layout/list1"/>
    <dgm:cxn modelId="{53BF2BA3-BDAC-41DE-9BC5-EF6D733C17D3}" type="presParOf" srcId="{D56173A5-49B9-492F-ACA9-81918605292D}" destId="{BF842B44-146B-41C7-B5EA-69B8B5EBB4A1}" srcOrd="7" destOrd="0" presId="urn:microsoft.com/office/officeart/2005/8/layout/list1"/>
    <dgm:cxn modelId="{F4E0A809-F950-441C-8C84-CD217A7A989F}" type="presParOf" srcId="{D56173A5-49B9-492F-ACA9-81918605292D}" destId="{C91DA995-EF84-431B-8007-2A1F29AB5BF3}" srcOrd="8" destOrd="0" presId="urn:microsoft.com/office/officeart/2005/8/layout/list1"/>
    <dgm:cxn modelId="{123BCC49-EED0-41AF-8CD8-40380B83322C}" type="presParOf" srcId="{C91DA995-EF84-431B-8007-2A1F29AB5BF3}" destId="{13B0A967-E442-4C64-9D66-41CA6F1B53AF}" srcOrd="0" destOrd="0" presId="urn:microsoft.com/office/officeart/2005/8/layout/list1"/>
    <dgm:cxn modelId="{DFEFB575-BEB4-434A-ADBC-487735C23A4A}" type="presParOf" srcId="{C91DA995-EF84-431B-8007-2A1F29AB5BF3}" destId="{0F1120A6-81BB-4133-B125-476C5674ECFB}" srcOrd="1" destOrd="0" presId="urn:microsoft.com/office/officeart/2005/8/layout/list1"/>
    <dgm:cxn modelId="{145CDD8C-1CD2-4491-9F8B-37D6EFBBC40D}" type="presParOf" srcId="{D56173A5-49B9-492F-ACA9-81918605292D}" destId="{0628F9E9-CC07-4B70-A528-ECA82A6A1457}" srcOrd="9" destOrd="0" presId="urn:microsoft.com/office/officeart/2005/8/layout/list1"/>
    <dgm:cxn modelId="{E5871DF1-A308-4954-AECD-0F5DFF091507}" type="presParOf" srcId="{D56173A5-49B9-492F-ACA9-81918605292D}" destId="{B6225FD1-C4DE-4CD2-9FC0-76E9B778BBC8}" srcOrd="10" destOrd="0" presId="urn:microsoft.com/office/officeart/2005/8/layout/list1"/>
    <dgm:cxn modelId="{F67CC150-F936-4AF9-83ED-C87275E60944}" type="presParOf" srcId="{D56173A5-49B9-492F-ACA9-81918605292D}" destId="{858750D4-0F45-427F-BA78-F438146FA524}" srcOrd="11" destOrd="0" presId="urn:microsoft.com/office/officeart/2005/8/layout/list1"/>
    <dgm:cxn modelId="{F64B195D-E004-44C4-BBDC-3294993AB067}" type="presParOf" srcId="{D56173A5-49B9-492F-ACA9-81918605292D}" destId="{7CEA42AA-B0E3-42F1-8642-0AC35C5BAF4F}" srcOrd="12" destOrd="0" presId="urn:microsoft.com/office/officeart/2005/8/layout/list1"/>
    <dgm:cxn modelId="{447356A2-CC08-4C1A-BF45-A578214C7FC1}" type="presParOf" srcId="{7CEA42AA-B0E3-42F1-8642-0AC35C5BAF4F}" destId="{A96DDC57-7E38-496D-A1CD-EF68FFECC919}" srcOrd="0" destOrd="0" presId="urn:microsoft.com/office/officeart/2005/8/layout/list1"/>
    <dgm:cxn modelId="{E82691C3-A414-4AC0-8B82-26574943B592}" type="presParOf" srcId="{7CEA42AA-B0E3-42F1-8642-0AC35C5BAF4F}" destId="{9DD1FECA-3AA3-492C-86BF-0FDC79F74BAF}" srcOrd="1" destOrd="0" presId="urn:microsoft.com/office/officeart/2005/8/layout/list1"/>
    <dgm:cxn modelId="{A60374B3-7418-460D-9C7D-10F5945CE191}" type="presParOf" srcId="{D56173A5-49B9-492F-ACA9-81918605292D}" destId="{650F4B7E-4662-4455-A2E7-E36F755909A7}" srcOrd="13" destOrd="0" presId="urn:microsoft.com/office/officeart/2005/8/layout/list1"/>
    <dgm:cxn modelId="{63D0D5FC-C651-4B43-8E35-2D0E65F86DB3}" type="presParOf" srcId="{D56173A5-49B9-492F-ACA9-81918605292D}" destId="{6069B1CD-5FE0-4DE4-8031-EE7C9D26BDC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59AA68-F101-43F1-A473-73CBC6C9CC58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" sz="1600" b="1" i="1">
              <a:solidFill>
                <a:schemeClr val="bg1"/>
              </a:solidFill>
              <a:latin typeface="Lucida Bright"/>
              <a:ea typeface="+mn-ea"/>
              <a:cs typeface="Arial"/>
            </a:rPr>
            <a:t>Global aquaculture production hit 130.9 million </a:t>
          </a:r>
          <a:r>
            <a:rPr lang="en" sz="1600" b="1" i="1" err="1">
              <a:solidFill>
                <a:schemeClr val="bg1"/>
              </a:solidFill>
              <a:latin typeface="Lucida Bright"/>
              <a:ea typeface="+mn-ea"/>
              <a:cs typeface="Arial"/>
            </a:rPr>
            <a:t>tonnes</a:t>
          </a:r>
          <a:r>
            <a:rPr lang="en" sz="1600" b="1" i="1">
              <a:solidFill>
                <a:schemeClr val="bg1"/>
              </a:solidFill>
              <a:latin typeface="Lucida Bright"/>
              <a:ea typeface="+mn-ea"/>
              <a:cs typeface="Arial"/>
            </a:rPr>
            <a:t> in 2022</a:t>
          </a:r>
          <a:endParaRPr lang="en-US" sz="1600" b="1" i="1">
            <a:solidFill>
              <a:schemeClr val="bg1"/>
            </a:solidFill>
            <a:latin typeface="Lucida Bright"/>
            <a:ea typeface="+mn-ea"/>
            <a:cs typeface="+mn-cs"/>
          </a:endParaRPr>
        </a:p>
      </dgm:t>
    </dgm:pt>
    <dgm:pt modelId="{59C73996-5A81-4719-A20A-147F2900ECC8}" type="parTrans" cxnId="{F86CA68A-B89E-4B57-BB42-FDD77A59699F}">
      <dgm:prSet/>
      <dgm:spPr/>
      <dgm:t>
        <a:bodyPr/>
        <a:lstStyle/>
        <a:p>
          <a:endParaRPr lang="en-US"/>
        </a:p>
      </dgm:t>
    </dgm:pt>
    <dgm:pt modelId="{9EC76D6A-4917-4894-B390-887C4399A543}" type="sibTrans" cxnId="{F86CA68A-B89E-4B57-BB42-FDD77A59699F}">
      <dgm:prSet/>
      <dgm:spPr/>
      <dgm:t>
        <a:bodyPr/>
        <a:lstStyle/>
        <a:p>
          <a:endParaRPr lang="en-US"/>
        </a:p>
      </dgm:t>
    </dgm:pt>
    <dgm:pt modelId="{5CA05C46-88AE-481D-ABA3-043F361AF391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" sz="1600" b="1" i="1">
              <a:solidFill>
                <a:schemeClr val="bg1"/>
              </a:solidFill>
              <a:latin typeface="Lucida Bright"/>
              <a:ea typeface="Calibri"/>
              <a:cs typeface="Calibri"/>
            </a:rPr>
            <a:t>This makes aquaculture over 50 % of aquatic animal production</a:t>
          </a:r>
          <a:endParaRPr lang="en-US" sz="1600" b="1" i="1">
            <a:solidFill>
              <a:schemeClr val="bg1"/>
            </a:solidFill>
            <a:latin typeface="Lucida Bright"/>
            <a:ea typeface="+mn-ea"/>
            <a:cs typeface="+mn-cs"/>
          </a:endParaRPr>
        </a:p>
      </dgm:t>
    </dgm:pt>
    <dgm:pt modelId="{8BFEA901-27E9-48C9-B312-CF981484661A}" type="parTrans" cxnId="{C6554ED5-436B-4A13-A689-20EB7CCED93F}">
      <dgm:prSet/>
      <dgm:spPr/>
      <dgm:t>
        <a:bodyPr/>
        <a:lstStyle/>
        <a:p>
          <a:endParaRPr lang="en-US"/>
        </a:p>
      </dgm:t>
    </dgm:pt>
    <dgm:pt modelId="{E8E34E7D-5E7B-4C30-901A-1A1D24962668}" type="sibTrans" cxnId="{C6554ED5-436B-4A13-A689-20EB7CCED93F}">
      <dgm:prSet/>
      <dgm:spPr/>
      <dgm:t>
        <a:bodyPr/>
        <a:lstStyle/>
        <a:p>
          <a:endParaRPr lang="en-US"/>
        </a:p>
      </dgm:t>
    </dgm:pt>
    <dgm:pt modelId="{6BCF404A-C62B-4173-99A2-09ACAC0E8F2F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System that can improve yield rates, can have real impact on the global scale</a:t>
          </a:r>
        </a:p>
      </dgm:t>
    </dgm:pt>
    <dgm:pt modelId="{14F00C1E-67FA-4C94-B4AC-617BF2D369EE}" type="parTrans" cxnId="{CF8D94FF-16FC-4F99-BA77-CC0BAEA8D4FA}">
      <dgm:prSet/>
      <dgm:spPr/>
    </dgm:pt>
    <dgm:pt modelId="{A5609D01-1D79-4269-81DA-B58AF4C0E76E}" type="sibTrans" cxnId="{CF8D94FF-16FC-4F99-BA77-CC0BAEA8D4FA}">
      <dgm:prSet/>
      <dgm:spPr/>
    </dgm:pt>
    <dgm:pt modelId="{E63AA6DE-CFFD-48EE-9DB7-7104CD643331}">
      <dgm:prSet custT="1"/>
      <dgm:spPr/>
      <dgm:t>
        <a:bodyPr/>
        <a:lstStyle/>
        <a:p>
          <a:pPr algn="l" rtl="0">
            <a:lnSpc>
              <a:spcPct val="100000"/>
            </a:lnSpc>
          </a:pPr>
          <a:r>
            <a:rPr lang="en" sz="1600" b="1" i="1">
              <a:solidFill>
                <a:schemeClr val="bg1"/>
              </a:solidFill>
              <a:latin typeface="Lucida Bright"/>
              <a:ea typeface="+mn-ea"/>
              <a:cs typeface="Arial"/>
            </a:rPr>
            <a:t>2022 production includes about 94.4 million </a:t>
          </a:r>
          <a:r>
            <a:rPr lang="en" sz="1600" b="1" i="1" err="1">
              <a:solidFill>
                <a:schemeClr val="bg1"/>
              </a:solidFill>
              <a:latin typeface="Lucida Bright"/>
              <a:ea typeface="+mn-ea"/>
              <a:cs typeface="Arial"/>
            </a:rPr>
            <a:t>tonnes</a:t>
          </a:r>
          <a:r>
            <a:rPr lang="en" sz="1600" b="1" i="1">
              <a:solidFill>
                <a:schemeClr val="bg1"/>
              </a:solidFill>
              <a:latin typeface="Lucida Bright"/>
              <a:ea typeface="+mn-ea"/>
              <a:cs typeface="Arial"/>
            </a:rPr>
            <a:t> of aquatic animals</a:t>
          </a:r>
          <a:endParaRPr lang="en" sz="1600" i="1">
            <a:solidFill>
              <a:schemeClr val="bg1"/>
            </a:solidFill>
            <a:latin typeface="Arial"/>
            <a:ea typeface="+mn-ea"/>
            <a:cs typeface="Arial"/>
          </a:endParaRPr>
        </a:p>
      </dgm:t>
    </dgm:pt>
    <dgm:pt modelId="{BED0E13E-5193-4EB8-8C87-6147305A2C64}" type="parTrans" cxnId="{6FCC8E15-2E15-4B20-A594-26530DA1574C}">
      <dgm:prSet/>
      <dgm:spPr/>
    </dgm:pt>
    <dgm:pt modelId="{397574DD-A2B6-42AB-B576-3B12BCC3496D}" type="sibTrans" cxnId="{6FCC8E15-2E15-4B20-A594-26530DA1574C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0072B8F6-ECAB-4A21-8E6C-AFE99AD41E3E}" type="pres">
      <dgm:prSet presAssocID="{1B59AA68-F101-43F1-A473-73CBC6C9CC58}" presName="parentLin" presStyleCnt="0"/>
      <dgm:spPr/>
    </dgm:pt>
    <dgm:pt modelId="{6E6A3AEC-41F9-44D9-B6F7-B3AB6BBF4FA9}" type="pres">
      <dgm:prSet presAssocID="{1B59AA68-F101-43F1-A473-73CBC6C9CC58}" presName="parentLeftMargin" presStyleLbl="node1" presStyleIdx="0" presStyleCnt="4"/>
      <dgm:spPr/>
    </dgm:pt>
    <dgm:pt modelId="{2A057494-5BA3-4D0B-800E-962E4C25BD78}" type="pres">
      <dgm:prSet presAssocID="{1B59AA68-F101-43F1-A473-73CBC6C9CC5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0E35A3-18F7-4ABE-A19A-C3AE12E9D5D4}" type="pres">
      <dgm:prSet presAssocID="{1B59AA68-F101-43F1-A473-73CBC6C9CC58}" presName="negativeSpace" presStyleCnt="0"/>
      <dgm:spPr/>
    </dgm:pt>
    <dgm:pt modelId="{EC68B4CA-A650-443E-98C3-5FD6B222F6FE}" type="pres">
      <dgm:prSet presAssocID="{1B59AA68-F101-43F1-A473-73CBC6C9CC58}" presName="childText" presStyleLbl="conFgAcc1" presStyleIdx="0" presStyleCnt="4">
        <dgm:presLayoutVars>
          <dgm:bulletEnabled val="1"/>
        </dgm:presLayoutVars>
      </dgm:prSet>
      <dgm:spPr/>
    </dgm:pt>
    <dgm:pt modelId="{0102EC08-2FEE-47C1-998F-46273D5BAB17}" type="pres">
      <dgm:prSet presAssocID="{9EC76D6A-4917-4894-B390-887C4399A543}" presName="spaceBetweenRectangles" presStyleCnt="0"/>
      <dgm:spPr/>
    </dgm:pt>
    <dgm:pt modelId="{3C79E298-4714-4637-A926-FE232EA1EB02}" type="pres">
      <dgm:prSet presAssocID="{E63AA6DE-CFFD-48EE-9DB7-7104CD643331}" presName="parentLin" presStyleCnt="0"/>
      <dgm:spPr/>
    </dgm:pt>
    <dgm:pt modelId="{753EB508-E88C-4747-B30E-83F3AADDD725}" type="pres">
      <dgm:prSet presAssocID="{E63AA6DE-CFFD-48EE-9DB7-7104CD643331}" presName="parentLeftMargin" presStyleLbl="node1" presStyleIdx="0" presStyleCnt="4"/>
      <dgm:spPr/>
    </dgm:pt>
    <dgm:pt modelId="{2C11E2A9-F103-46DB-9559-A4469C5A4F1D}" type="pres">
      <dgm:prSet presAssocID="{E63AA6DE-CFFD-48EE-9DB7-7104CD64333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FD9B6D-CF0B-4536-9BB9-49AC1E4066D9}" type="pres">
      <dgm:prSet presAssocID="{E63AA6DE-CFFD-48EE-9DB7-7104CD643331}" presName="negativeSpace" presStyleCnt="0"/>
      <dgm:spPr/>
    </dgm:pt>
    <dgm:pt modelId="{695A1105-D9BF-48AD-B39E-81C9DABCA581}" type="pres">
      <dgm:prSet presAssocID="{E63AA6DE-CFFD-48EE-9DB7-7104CD643331}" presName="childText" presStyleLbl="conFgAcc1" presStyleIdx="1" presStyleCnt="4">
        <dgm:presLayoutVars>
          <dgm:bulletEnabled val="1"/>
        </dgm:presLayoutVars>
      </dgm:prSet>
      <dgm:spPr/>
    </dgm:pt>
    <dgm:pt modelId="{5774D371-8D9C-4D1A-B197-B6E26467EA4E}" type="pres">
      <dgm:prSet presAssocID="{397574DD-A2B6-42AB-B576-3B12BCC3496D}" presName="spaceBetweenRectangles" presStyleCnt="0"/>
      <dgm:spPr/>
    </dgm:pt>
    <dgm:pt modelId="{1D950395-C31A-4405-B93D-E0ACBDD19CBA}" type="pres">
      <dgm:prSet presAssocID="{5CA05C46-88AE-481D-ABA3-043F361AF391}" presName="parentLin" presStyleCnt="0"/>
      <dgm:spPr/>
    </dgm:pt>
    <dgm:pt modelId="{BAABCF3C-1C27-4848-BF42-1BF52BB1EA84}" type="pres">
      <dgm:prSet presAssocID="{5CA05C46-88AE-481D-ABA3-043F361AF391}" presName="parentLeftMargin" presStyleLbl="node1" presStyleIdx="1" presStyleCnt="4"/>
      <dgm:spPr/>
    </dgm:pt>
    <dgm:pt modelId="{D42ECDC6-987C-47E1-B705-855FC00AA8B2}" type="pres">
      <dgm:prSet presAssocID="{5CA05C46-88AE-481D-ABA3-043F361AF3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CD4937-51CA-4D75-A728-6356DF0A5988}" type="pres">
      <dgm:prSet presAssocID="{5CA05C46-88AE-481D-ABA3-043F361AF391}" presName="negativeSpace" presStyleCnt="0"/>
      <dgm:spPr/>
    </dgm:pt>
    <dgm:pt modelId="{E73F6113-C48B-45C9-ADA0-03BB99853BD8}" type="pres">
      <dgm:prSet presAssocID="{5CA05C46-88AE-481D-ABA3-043F361AF391}" presName="childText" presStyleLbl="conFgAcc1" presStyleIdx="2" presStyleCnt="4">
        <dgm:presLayoutVars>
          <dgm:bulletEnabled val="1"/>
        </dgm:presLayoutVars>
      </dgm:prSet>
      <dgm:spPr/>
    </dgm:pt>
    <dgm:pt modelId="{BEE68840-96E3-4208-837D-8562A2C5DA27}" type="pres">
      <dgm:prSet presAssocID="{E8E34E7D-5E7B-4C30-901A-1A1D24962668}" presName="spaceBetweenRectangles" presStyleCnt="0"/>
      <dgm:spPr/>
    </dgm:pt>
    <dgm:pt modelId="{DC750D3C-A483-4950-91B5-E095B065523B}" type="pres">
      <dgm:prSet presAssocID="{6BCF404A-C62B-4173-99A2-09ACAC0E8F2F}" presName="parentLin" presStyleCnt="0"/>
      <dgm:spPr/>
    </dgm:pt>
    <dgm:pt modelId="{25C9B9C0-08B0-4C49-B1C8-6933839701F1}" type="pres">
      <dgm:prSet presAssocID="{6BCF404A-C62B-4173-99A2-09ACAC0E8F2F}" presName="parentLeftMargin" presStyleLbl="node1" presStyleIdx="2" presStyleCnt="4"/>
      <dgm:spPr/>
    </dgm:pt>
    <dgm:pt modelId="{CA76A003-8BB8-4BCD-A830-C44F30C35AEA}" type="pres">
      <dgm:prSet presAssocID="{6BCF404A-C62B-4173-99A2-09ACAC0E8F2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71CEA82-62F3-4282-8DB1-121D85B1AA99}" type="pres">
      <dgm:prSet presAssocID="{6BCF404A-C62B-4173-99A2-09ACAC0E8F2F}" presName="negativeSpace" presStyleCnt="0"/>
      <dgm:spPr/>
    </dgm:pt>
    <dgm:pt modelId="{329D69BD-BEAD-44D2-872B-01F4FE23819B}" type="pres">
      <dgm:prSet presAssocID="{6BCF404A-C62B-4173-99A2-09ACAC0E8F2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FCC8E15-2E15-4B20-A594-26530DA1574C}" srcId="{20B55D71-F065-44E7-B932-09B4F1C2D9CC}" destId="{E63AA6DE-CFFD-48EE-9DB7-7104CD643331}" srcOrd="1" destOrd="0" parTransId="{BED0E13E-5193-4EB8-8C87-6147305A2C64}" sibTransId="{397574DD-A2B6-42AB-B576-3B12BCC3496D}"/>
    <dgm:cxn modelId="{E88F5818-218B-4043-9DF0-47BE14BEBBAC}" type="presOf" srcId="{1B59AA68-F101-43F1-A473-73CBC6C9CC58}" destId="{6E6A3AEC-41F9-44D9-B6F7-B3AB6BBF4FA9}" srcOrd="0" destOrd="0" presId="urn:microsoft.com/office/officeart/2005/8/layout/list1"/>
    <dgm:cxn modelId="{B751F41F-F16D-4753-9CE6-A6A9C79A51BD}" type="presOf" srcId="{6BCF404A-C62B-4173-99A2-09ACAC0E8F2F}" destId="{CA76A003-8BB8-4BCD-A830-C44F30C35AEA}" srcOrd="1" destOrd="0" presId="urn:microsoft.com/office/officeart/2005/8/layout/list1"/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B5898534-CB3C-4100-BBEC-80D1DD007ECD}" type="presOf" srcId="{1B59AA68-F101-43F1-A473-73CBC6C9CC58}" destId="{2A057494-5BA3-4D0B-800E-962E4C25BD78}" srcOrd="1" destOrd="0" presId="urn:microsoft.com/office/officeart/2005/8/layout/list1"/>
    <dgm:cxn modelId="{AC80AC75-1A68-4F3F-91B4-5BEE52E48D4A}" type="presOf" srcId="{E63AA6DE-CFFD-48EE-9DB7-7104CD643331}" destId="{2C11E2A9-F103-46DB-9559-A4469C5A4F1D}" srcOrd="1" destOrd="0" presId="urn:microsoft.com/office/officeart/2005/8/layout/list1"/>
    <dgm:cxn modelId="{F86CA68A-B89E-4B57-BB42-FDD77A59699F}" srcId="{20B55D71-F065-44E7-B932-09B4F1C2D9CC}" destId="{1B59AA68-F101-43F1-A473-73CBC6C9CC58}" srcOrd="0" destOrd="0" parTransId="{59C73996-5A81-4719-A20A-147F2900ECC8}" sibTransId="{9EC76D6A-4917-4894-B390-887C4399A543}"/>
    <dgm:cxn modelId="{E40F079F-9FFF-4992-A92E-1DCCD0F10E96}" type="presOf" srcId="{5CA05C46-88AE-481D-ABA3-043F361AF391}" destId="{D42ECDC6-987C-47E1-B705-855FC00AA8B2}" srcOrd="1" destOrd="0" presId="urn:microsoft.com/office/officeart/2005/8/layout/list1"/>
    <dgm:cxn modelId="{088ED2A0-9C85-487E-BA60-79680B023B14}" type="presOf" srcId="{E63AA6DE-CFFD-48EE-9DB7-7104CD643331}" destId="{753EB508-E88C-4747-B30E-83F3AADDD725}" srcOrd="0" destOrd="0" presId="urn:microsoft.com/office/officeart/2005/8/layout/list1"/>
    <dgm:cxn modelId="{C6554ED5-436B-4A13-A689-20EB7CCED93F}" srcId="{20B55D71-F065-44E7-B932-09B4F1C2D9CC}" destId="{5CA05C46-88AE-481D-ABA3-043F361AF391}" srcOrd="2" destOrd="0" parTransId="{8BFEA901-27E9-48C9-B312-CF981484661A}" sibTransId="{E8E34E7D-5E7B-4C30-901A-1A1D24962668}"/>
    <dgm:cxn modelId="{B7C45DDB-1901-4097-ADDF-43E05D72C21C}" type="presOf" srcId="{5CA05C46-88AE-481D-ABA3-043F361AF391}" destId="{BAABCF3C-1C27-4848-BF42-1BF52BB1EA84}" srcOrd="0" destOrd="0" presId="urn:microsoft.com/office/officeart/2005/8/layout/list1"/>
    <dgm:cxn modelId="{84FCB9F5-B907-4140-B005-BC72603FF6D5}" type="presOf" srcId="{6BCF404A-C62B-4173-99A2-09ACAC0E8F2F}" destId="{25C9B9C0-08B0-4C49-B1C8-6933839701F1}" srcOrd="0" destOrd="0" presId="urn:microsoft.com/office/officeart/2005/8/layout/list1"/>
    <dgm:cxn modelId="{CF8D94FF-16FC-4F99-BA77-CC0BAEA8D4FA}" srcId="{20B55D71-F065-44E7-B932-09B4F1C2D9CC}" destId="{6BCF404A-C62B-4173-99A2-09ACAC0E8F2F}" srcOrd="3" destOrd="0" parTransId="{14F00C1E-67FA-4C94-B4AC-617BF2D369EE}" sibTransId="{A5609D01-1D79-4269-81DA-B58AF4C0E76E}"/>
    <dgm:cxn modelId="{A252953C-3CF4-47D8-B77C-C4F2F4065115}" type="presParOf" srcId="{D56173A5-49B9-492F-ACA9-81918605292D}" destId="{0072B8F6-ECAB-4A21-8E6C-AFE99AD41E3E}" srcOrd="0" destOrd="0" presId="urn:microsoft.com/office/officeart/2005/8/layout/list1"/>
    <dgm:cxn modelId="{F7AA9D65-270F-46D5-85A9-5C7114F29A84}" type="presParOf" srcId="{0072B8F6-ECAB-4A21-8E6C-AFE99AD41E3E}" destId="{6E6A3AEC-41F9-44D9-B6F7-B3AB6BBF4FA9}" srcOrd="0" destOrd="0" presId="urn:microsoft.com/office/officeart/2005/8/layout/list1"/>
    <dgm:cxn modelId="{A45A25AD-A7E0-4CC7-88DB-12E1296E7149}" type="presParOf" srcId="{0072B8F6-ECAB-4A21-8E6C-AFE99AD41E3E}" destId="{2A057494-5BA3-4D0B-800E-962E4C25BD78}" srcOrd="1" destOrd="0" presId="urn:microsoft.com/office/officeart/2005/8/layout/list1"/>
    <dgm:cxn modelId="{58EDF1A4-C0C9-4B04-83D8-251135F7E96D}" type="presParOf" srcId="{D56173A5-49B9-492F-ACA9-81918605292D}" destId="{FF0E35A3-18F7-4ABE-A19A-C3AE12E9D5D4}" srcOrd="1" destOrd="0" presId="urn:microsoft.com/office/officeart/2005/8/layout/list1"/>
    <dgm:cxn modelId="{9CCDEB09-6653-4FF0-9093-1AD346C5F27A}" type="presParOf" srcId="{D56173A5-49B9-492F-ACA9-81918605292D}" destId="{EC68B4CA-A650-443E-98C3-5FD6B222F6FE}" srcOrd="2" destOrd="0" presId="urn:microsoft.com/office/officeart/2005/8/layout/list1"/>
    <dgm:cxn modelId="{1330D584-E81F-4846-867B-1DD5CFE2429B}" type="presParOf" srcId="{D56173A5-49B9-492F-ACA9-81918605292D}" destId="{0102EC08-2FEE-47C1-998F-46273D5BAB17}" srcOrd="3" destOrd="0" presId="urn:microsoft.com/office/officeart/2005/8/layout/list1"/>
    <dgm:cxn modelId="{A02F02EC-CBF0-462B-A05A-A6831B70180B}" type="presParOf" srcId="{D56173A5-49B9-492F-ACA9-81918605292D}" destId="{3C79E298-4714-4637-A926-FE232EA1EB02}" srcOrd="4" destOrd="0" presId="urn:microsoft.com/office/officeart/2005/8/layout/list1"/>
    <dgm:cxn modelId="{320E7C89-01A1-45DA-AA0E-2FF9BEE86E58}" type="presParOf" srcId="{3C79E298-4714-4637-A926-FE232EA1EB02}" destId="{753EB508-E88C-4747-B30E-83F3AADDD725}" srcOrd="0" destOrd="0" presId="urn:microsoft.com/office/officeart/2005/8/layout/list1"/>
    <dgm:cxn modelId="{380E3BDC-C247-4A5D-95D6-71D6194AAB5A}" type="presParOf" srcId="{3C79E298-4714-4637-A926-FE232EA1EB02}" destId="{2C11E2A9-F103-46DB-9559-A4469C5A4F1D}" srcOrd="1" destOrd="0" presId="urn:microsoft.com/office/officeart/2005/8/layout/list1"/>
    <dgm:cxn modelId="{A5D5E4DF-FD56-4635-BDC0-0D66C4E07BB9}" type="presParOf" srcId="{D56173A5-49B9-492F-ACA9-81918605292D}" destId="{9AFD9B6D-CF0B-4536-9BB9-49AC1E4066D9}" srcOrd="5" destOrd="0" presId="urn:microsoft.com/office/officeart/2005/8/layout/list1"/>
    <dgm:cxn modelId="{D5974CEF-7290-4DDD-B17A-75895B7848D8}" type="presParOf" srcId="{D56173A5-49B9-492F-ACA9-81918605292D}" destId="{695A1105-D9BF-48AD-B39E-81C9DABCA581}" srcOrd="6" destOrd="0" presId="urn:microsoft.com/office/officeart/2005/8/layout/list1"/>
    <dgm:cxn modelId="{061CEE69-2E8E-436C-8A89-5C9E9A5AF90F}" type="presParOf" srcId="{D56173A5-49B9-492F-ACA9-81918605292D}" destId="{5774D371-8D9C-4D1A-B197-B6E26467EA4E}" srcOrd="7" destOrd="0" presId="urn:microsoft.com/office/officeart/2005/8/layout/list1"/>
    <dgm:cxn modelId="{5D311556-3A5D-4AA0-A3CF-03EC243E797F}" type="presParOf" srcId="{D56173A5-49B9-492F-ACA9-81918605292D}" destId="{1D950395-C31A-4405-B93D-E0ACBDD19CBA}" srcOrd="8" destOrd="0" presId="urn:microsoft.com/office/officeart/2005/8/layout/list1"/>
    <dgm:cxn modelId="{A3F5BECA-0E55-40CF-BF36-CD6802CBEF89}" type="presParOf" srcId="{1D950395-C31A-4405-B93D-E0ACBDD19CBA}" destId="{BAABCF3C-1C27-4848-BF42-1BF52BB1EA84}" srcOrd="0" destOrd="0" presId="urn:microsoft.com/office/officeart/2005/8/layout/list1"/>
    <dgm:cxn modelId="{E6FCD77F-1A09-425F-A92F-90FDA18BA510}" type="presParOf" srcId="{1D950395-C31A-4405-B93D-E0ACBDD19CBA}" destId="{D42ECDC6-987C-47E1-B705-855FC00AA8B2}" srcOrd="1" destOrd="0" presId="urn:microsoft.com/office/officeart/2005/8/layout/list1"/>
    <dgm:cxn modelId="{EED3C923-D2BF-4FE0-8017-7B1750E881C8}" type="presParOf" srcId="{D56173A5-49B9-492F-ACA9-81918605292D}" destId="{5DCD4937-51CA-4D75-A728-6356DF0A5988}" srcOrd="9" destOrd="0" presId="urn:microsoft.com/office/officeart/2005/8/layout/list1"/>
    <dgm:cxn modelId="{B33969AF-6EC2-4FCA-8188-16388B514DE6}" type="presParOf" srcId="{D56173A5-49B9-492F-ACA9-81918605292D}" destId="{E73F6113-C48B-45C9-ADA0-03BB99853BD8}" srcOrd="10" destOrd="0" presId="urn:microsoft.com/office/officeart/2005/8/layout/list1"/>
    <dgm:cxn modelId="{420F292F-ED8B-4E1A-AEDD-D55421199AAB}" type="presParOf" srcId="{D56173A5-49B9-492F-ACA9-81918605292D}" destId="{BEE68840-96E3-4208-837D-8562A2C5DA27}" srcOrd="11" destOrd="0" presId="urn:microsoft.com/office/officeart/2005/8/layout/list1"/>
    <dgm:cxn modelId="{26CD0808-5D12-4B64-B55A-5E134FA1A780}" type="presParOf" srcId="{D56173A5-49B9-492F-ACA9-81918605292D}" destId="{DC750D3C-A483-4950-91B5-E095B065523B}" srcOrd="12" destOrd="0" presId="urn:microsoft.com/office/officeart/2005/8/layout/list1"/>
    <dgm:cxn modelId="{0573D886-E2AD-4EA7-B6CD-77B8FA1E2779}" type="presParOf" srcId="{DC750D3C-A483-4950-91B5-E095B065523B}" destId="{25C9B9C0-08B0-4C49-B1C8-6933839701F1}" srcOrd="0" destOrd="0" presId="urn:microsoft.com/office/officeart/2005/8/layout/list1"/>
    <dgm:cxn modelId="{4962913E-3E22-4EEB-828E-FCA3D5FC327C}" type="presParOf" srcId="{DC750D3C-A483-4950-91B5-E095B065523B}" destId="{CA76A003-8BB8-4BCD-A830-C44F30C35AEA}" srcOrd="1" destOrd="0" presId="urn:microsoft.com/office/officeart/2005/8/layout/list1"/>
    <dgm:cxn modelId="{0E5B120D-F781-4843-A2DD-F6C95E6A588D}" type="presParOf" srcId="{D56173A5-49B9-492F-ACA9-81918605292D}" destId="{471CEA82-62F3-4282-8DB1-121D85B1AA99}" srcOrd="13" destOrd="0" presId="urn:microsoft.com/office/officeart/2005/8/layout/list1"/>
    <dgm:cxn modelId="{0CA0663F-2C0B-49B5-A1C8-0AC38D65FDA4}" type="presParOf" srcId="{D56173A5-49B9-492F-ACA9-81918605292D}" destId="{329D69BD-BEAD-44D2-872B-01F4FE23819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59AA68-F101-43F1-A473-73CBC6C9CC58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FTIR, Raman and SEM-EDS</a:t>
          </a:r>
        </a:p>
      </dgm:t>
    </dgm:pt>
    <dgm:pt modelId="{59C73996-5A81-4719-A20A-147F2900ECC8}" type="parTrans" cxnId="{F86CA68A-B89E-4B57-BB42-FDD77A59699F}">
      <dgm:prSet/>
      <dgm:spPr/>
      <dgm:t>
        <a:bodyPr/>
        <a:lstStyle/>
        <a:p>
          <a:endParaRPr lang="en-US"/>
        </a:p>
      </dgm:t>
    </dgm:pt>
    <dgm:pt modelId="{9EC76D6A-4917-4894-B390-887C4399A543}" type="sibTrans" cxnId="{F86CA68A-B89E-4B57-BB42-FDD77A59699F}">
      <dgm:prSet/>
      <dgm:spPr/>
      <dgm:t>
        <a:bodyPr/>
        <a:lstStyle/>
        <a:p>
          <a:endParaRPr lang="en-US"/>
        </a:p>
      </dgm:t>
    </dgm:pt>
    <dgm:pt modelId="{96B0E383-3A02-4B4D-A3F7-DF05F2300E89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Expensive ($10,000 or more)</a:t>
          </a:r>
        </a:p>
      </dgm:t>
    </dgm:pt>
    <dgm:pt modelId="{2A70B10B-10B1-4BCF-A40C-2BD7B4A457A4}" type="parTrans" cxnId="{6FE754E0-BB79-4C2A-8FEE-47CEC3FF92C0}">
      <dgm:prSet/>
      <dgm:spPr/>
      <dgm:t>
        <a:bodyPr/>
        <a:lstStyle/>
        <a:p>
          <a:endParaRPr lang="en-US"/>
        </a:p>
      </dgm:t>
    </dgm:pt>
    <dgm:pt modelId="{949185C4-7AB9-4C76-B465-A4B2F714FE6A}" type="sibTrans" cxnId="{6FE754E0-BB79-4C2A-8FEE-47CEC3FF92C0}">
      <dgm:prSet/>
      <dgm:spPr/>
      <dgm:t>
        <a:bodyPr/>
        <a:lstStyle/>
        <a:p>
          <a:endParaRPr lang="en-US"/>
        </a:p>
      </dgm:t>
    </dgm:pt>
    <dgm:pt modelId="{5CA05C46-88AE-481D-ABA3-043F361AF391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Lab-based (slow results)</a:t>
          </a:r>
        </a:p>
      </dgm:t>
    </dgm:pt>
    <dgm:pt modelId="{8BFEA901-27E9-48C9-B312-CF981484661A}" type="parTrans" cxnId="{C6554ED5-436B-4A13-A689-20EB7CCED93F}">
      <dgm:prSet/>
      <dgm:spPr/>
      <dgm:t>
        <a:bodyPr/>
        <a:lstStyle/>
        <a:p>
          <a:endParaRPr lang="en-US"/>
        </a:p>
      </dgm:t>
    </dgm:pt>
    <dgm:pt modelId="{E8E34E7D-5E7B-4C30-901A-1A1D24962668}" type="sibTrans" cxnId="{C6554ED5-436B-4A13-A689-20EB7CCED93F}">
      <dgm:prSet/>
      <dgm:spPr/>
      <dgm:t>
        <a:bodyPr/>
        <a:lstStyle/>
        <a:p>
          <a:endParaRPr lang="en-US"/>
        </a:p>
      </dgm:t>
    </dgm:pt>
    <dgm:pt modelId="{6BCF404A-C62B-4173-99A2-09ACAC0E8F2F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Difficult to use</a:t>
          </a:r>
        </a:p>
      </dgm:t>
    </dgm:pt>
    <dgm:pt modelId="{14F00C1E-67FA-4C94-B4AC-617BF2D369EE}" type="parTrans" cxnId="{CF8D94FF-16FC-4F99-BA77-CC0BAEA8D4FA}">
      <dgm:prSet/>
      <dgm:spPr/>
    </dgm:pt>
    <dgm:pt modelId="{A5609D01-1D79-4269-81DA-B58AF4C0E76E}" type="sibTrans" cxnId="{CF8D94FF-16FC-4F99-BA77-CC0BAEA8D4FA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0072B8F6-ECAB-4A21-8E6C-AFE99AD41E3E}" type="pres">
      <dgm:prSet presAssocID="{1B59AA68-F101-43F1-A473-73CBC6C9CC58}" presName="parentLin" presStyleCnt="0"/>
      <dgm:spPr/>
    </dgm:pt>
    <dgm:pt modelId="{6E6A3AEC-41F9-44D9-B6F7-B3AB6BBF4FA9}" type="pres">
      <dgm:prSet presAssocID="{1B59AA68-F101-43F1-A473-73CBC6C9CC58}" presName="parentLeftMargin" presStyleLbl="node1" presStyleIdx="0" presStyleCnt="4"/>
      <dgm:spPr/>
    </dgm:pt>
    <dgm:pt modelId="{2A057494-5BA3-4D0B-800E-962E4C25BD78}" type="pres">
      <dgm:prSet presAssocID="{1B59AA68-F101-43F1-A473-73CBC6C9CC5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0E35A3-18F7-4ABE-A19A-C3AE12E9D5D4}" type="pres">
      <dgm:prSet presAssocID="{1B59AA68-F101-43F1-A473-73CBC6C9CC58}" presName="negativeSpace" presStyleCnt="0"/>
      <dgm:spPr/>
    </dgm:pt>
    <dgm:pt modelId="{EC68B4CA-A650-443E-98C3-5FD6B222F6FE}" type="pres">
      <dgm:prSet presAssocID="{1B59AA68-F101-43F1-A473-73CBC6C9CC58}" presName="childText" presStyleLbl="conFgAcc1" presStyleIdx="0" presStyleCnt="4">
        <dgm:presLayoutVars>
          <dgm:bulletEnabled val="1"/>
        </dgm:presLayoutVars>
      </dgm:prSet>
      <dgm:spPr/>
    </dgm:pt>
    <dgm:pt modelId="{0102EC08-2FEE-47C1-998F-46273D5BAB17}" type="pres">
      <dgm:prSet presAssocID="{9EC76D6A-4917-4894-B390-887C4399A543}" presName="spaceBetweenRectangles" presStyleCnt="0"/>
      <dgm:spPr/>
    </dgm:pt>
    <dgm:pt modelId="{8FEBB175-AB8A-4BFF-9AFA-34A9ED2EF7B6}" type="pres">
      <dgm:prSet presAssocID="{96B0E383-3A02-4B4D-A3F7-DF05F2300E89}" presName="parentLin" presStyleCnt="0"/>
      <dgm:spPr/>
    </dgm:pt>
    <dgm:pt modelId="{EBDED09F-AB05-47AA-A1F3-9AC34692FB4E}" type="pres">
      <dgm:prSet presAssocID="{96B0E383-3A02-4B4D-A3F7-DF05F2300E89}" presName="parentLeftMargin" presStyleLbl="node1" presStyleIdx="0" presStyleCnt="4"/>
      <dgm:spPr/>
    </dgm:pt>
    <dgm:pt modelId="{5989EC96-715B-4CCB-9D36-5F595440BF73}" type="pres">
      <dgm:prSet presAssocID="{96B0E383-3A02-4B4D-A3F7-DF05F2300E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6FDF59E-9305-489D-86DE-82F7A3211053}" type="pres">
      <dgm:prSet presAssocID="{96B0E383-3A02-4B4D-A3F7-DF05F2300E89}" presName="negativeSpace" presStyleCnt="0"/>
      <dgm:spPr/>
    </dgm:pt>
    <dgm:pt modelId="{3A907CCB-FC10-4095-9110-0BF57EEB27F8}" type="pres">
      <dgm:prSet presAssocID="{96B0E383-3A02-4B4D-A3F7-DF05F2300E89}" presName="childText" presStyleLbl="conFgAcc1" presStyleIdx="1" presStyleCnt="4">
        <dgm:presLayoutVars>
          <dgm:bulletEnabled val="1"/>
        </dgm:presLayoutVars>
      </dgm:prSet>
      <dgm:spPr/>
    </dgm:pt>
    <dgm:pt modelId="{950DCE4A-BD3D-44CC-9D2E-394A7EC2AD06}" type="pres">
      <dgm:prSet presAssocID="{949185C4-7AB9-4C76-B465-A4B2F714FE6A}" presName="spaceBetweenRectangles" presStyleCnt="0"/>
      <dgm:spPr/>
    </dgm:pt>
    <dgm:pt modelId="{1D950395-C31A-4405-B93D-E0ACBDD19CBA}" type="pres">
      <dgm:prSet presAssocID="{5CA05C46-88AE-481D-ABA3-043F361AF391}" presName="parentLin" presStyleCnt="0"/>
      <dgm:spPr/>
    </dgm:pt>
    <dgm:pt modelId="{BAABCF3C-1C27-4848-BF42-1BF52BB1EA84}" type="pres">
      <dgm:prSet presAssocID="{5CA05C46-88AE-481D-ABA3-043F361AF391}" presName="parentLeftMargin" presStyleLbl="node1" presStyleIdx="1" presStyleCnt="4"/>
      <dgm:spPr/>
    </dgm:pt>
    <dgm:pt modelId="{D42ECDC6-987C-47E1-B705-855FC00AA8B2}" type="pres">
      <dgm:prSet presAssocID="{5CA05C46-88AE-481D-ABA3-043F361AF3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CD4937-51CA-4D75-A728-6356DF0A5988}" type="pres">
      <dgm:prSet presAssocID="{5CA05C46-88AE-481D-ABA3-043F361AF391}" presName="negativeSpace" presStyleCnt="0"/>
      <dgm:spPr/>
    </dgm:pt>
    <dgm:pt modelId="{E73F6113-C48B-45C9-ADA0-03BB99853BD8}" type="pres">
      <dgm:prSet presAssocID="{5CA05C46-88AE-481D-ABA3-043F361AF391}" presName="childText" presStyleLbl="conFgAcc1" presStyleIdx="2" presStyleCnt="4">
        <dgm:presLayoutVars>
          <dgm:bulletEnabled val="1"/>
        </dgm:presLayoutVars>
      </dgm:prSet>
      <dgm:spPr/>
    </dgm:pt>
    <dgm:pt modelId="{BEE68840-96E3-4208-837D-8562A2C5DA27}" type="pres">
      <dgm:prSet presAssocID="{E8E34E7D-5E7B-4C30-901A-1A1D24962668}" presName="spaceBetweenRectangles" presStyleCnt="0"/>
      <dgm:spPr/>
    </dgm:pt>
    <dgm:pt modelId="{DC750D3C-A483-4950-91B5-E095B065523B}" type="pres">
      <dgm:prSet presAssocID="{6BCF404A-C62B-4173-99A2-09ACAC0E8F2F}" presName="parentLin" presStyleCnt="0"/>
      <dgm:spPr/>
    </dgm:pt>
    <dgm:pt modelId="{25C9B9C0-08B0-4C49-B1C8-6933839701F1}" type="pres">
      <dgm:prSet presAssocID="{6BCF404A-C62B-4173-99A2-09ACAC0E8F2F}" presName="parentLeftMargin" presStyleLbl="node1" presStyleIdx="2" presStyleCnt="4"/>
      <dgm:spPr/>
    </dgm:pt>
    <dgm:pt modelId="{CA76A003-8BB8-4BCD-A830-C44F30C35AEA}" type="pres">
      <dgm:prSet presAssocID="{6BCF404A-C62B-4173-99A2-09ACAC0E8F2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71CEA82-62F3-4282-8DB1-121D85B1AA99}" type="pres">
      <dgm:prSet presAssocID="{6BCF404A-C62B-4173-99A2-09ACAC0E8F2F}" presName="negativeSpace" presStyleCnt="0"/>
      <dgm:spPr/>
    </dgm:pt>
    <dgm:pt modelId="{329D69BD-BEAD-44D2-872B-01F4FE23819B}" type="pres">
      <dgm:prSet presAssocID="{6BCF404A-C62B-4173-99A2-09ACAC0E8F2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88F5818-218B-4043-9DF0-47BE14BEBBAC}" type="presOf" srcId="{1B59AA68-F101-43F1-A473-73CBC6C9CC58}" destId="{6E6A3AEC-41F9-44D9-B6F7-B3AB6BBF4FA9}" srcOrd="0" destOrd="0" presId="urn:microsoft.com/office/officeart/2005/8/layout/list1"/>
    <dgm:cxn modelId="{B751F41F-F16D-4753-9CE6-A6A9C79A51BD}" type="presOf" srcId="{6BCF404A-C62B-4173-99A2-09ACAC0E8F2F}" destId="{CA76A003-8BB8-4BCD-A830-C44F30C35AEA}" srcOrd="1" destOrd="0" presId="urn:microsoft.com/office/officeart/2005/8/layout/list1"/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B5898534-CB3C-4100-BBEC-80D1DD007ECD}" type="presOf" srcId="{1B59AA68-F101-43F1-A473-73CBC6C9CC58}" destId="{2A057494-5BA3-4D0B-800E-962E4C25BD78}" srcOrd="1" destOrd="0" presId="urn:microsoft.com/office/officeart/2005/8/layout/list1"/>
    <dgm:cxn modelId="{F86CA68A-B89E-4B57-BB42-FDD77A59699F}" srcId="{20B55D71-F065-44E7-B932-09B4F1C2D9CC}" destId="{1B59AA68-F101-43F1-A473-73CBC6C9CC58}" srcOrd="0" destOrd="0" parTransId="{59C73996-5A81-4719-A20A-147F2900ECC8}" sibTransId="{9EC76D6A-4917-4894-B390-887C4399A543}"/>
    <dgm:cxn modelId="{A7747D8B-CC04-4444-B1F9-52D56927ADA9}" type="presOf" srcId="{96B0E383-3A02-4B4D-A3F7-DF05F2300E89}" destId="{5989EC96-715B-4CCB-9D36-5F595440BF73}" srcOrd="1" destOrd="0" presId="urn:microsoft.com/office/officeart/2005/8/layout/list1"/>
    <dgm:cxn modelId="{E40F079F-9FFF-4992-A92E-1DCCD0F10E96}" type="presOf" srcId="{5CA05C46-88AE-481D-ABA3-043F361AF391}" destId="{D42ECDC6-987C-47E1-B705-855FC00AA8B2}" srcOrd="1" destOrd="0" presId="urn:microsoft.com/office/officeart/2005/8/layout/list1"/>
    <dgm:cxn modelId="{869ABABF-6BA9-4C5A-9531-788B6995155C}" type="presOf" srcId="{96B0E383-3A02-4B4D-A3F7-DF05F2300E89}" destId="{EBDED09F-AB05-47AA-A1F3-9AC34692FB4E}" srcOrd="0" destOrd="0" presId="urn:microsoft.com/office/officeart/2005/8/layout/list1"/>
    <dgm:cxn modelId="{C6554ED5-436B-4A13-A689-20EB7CCED93F}" srcId="{20B55D71-F065-44E7-B932-09B4F1C2D9CC}" destId="{5CA05C46-88AE-481D-ABA3-043F361AF391}" srcOrd="2" destOrd="0" parTransId="{8BFEA901-27E9-48C9-B312-CF981484661A}" sibTransId="{E8E34E7D-5E7B-4C30-901A-1A1D24962668}"/>
    <dgm:cxn modelId="{B7C45DDB-1901-4097-ADDF-43E05D72C21C}" type="presOf" srcId="{5CA05C46-88AE-481D-ABA3-043F361AF391}" destId="{BAABCF3C-1C27-4848-BF42-1BF52BB1EA84}" srcOrd="0" destOrd="0" presId="urn:microsoft.com/office/officeart/2005/8/layout/list1"/>
    <dgm:cxn modelId="{6FE754E0-BB79-4C2A-8FEE-47CEC3FF92C0}" srcId="{20B55D71-F065-44E7-B932-09B4F1C2D9CC}" destId="{96B0E383-3A02-4B4D-A3F7-DF05F2300E89}" srcOrd="1" destOrd="0" parTransId="{2A70B10B-10B1-4BCF-A40C-2BD7B4A457A4}" sibTransId="{949185C4-7AB9-4C76-B465-A4B2F714FE6A}"/>
    <dgm:cxn modelId="{84FCB9F5-B907-4140-B005-BC72603FF6D5}" type="presOf" srcId="{6BCF404A-C62B-4173-99A2-09ACAC0E8F2F}" destId="{25C9B9C0-08B0-4C49-B1C8-6933839701F1}" srcOrd="0" destOrd="0" presId="urn:microsoft.com/office/officeart/2005/8/layout/list1"/>
    <dgm:cxn modelId="{CF8D94FF-16FC-4F99-BA77-CC0BAEA8D4FA}" srcId="{20B55D71-F065-44E7-B932-09B4F1C2D9CC}" destId="{6BCF404A-C62B-4173-99A2-09ACAC0E8F2F}" srcOrd="3" destOrd="0" parTransId="{14F00C1E-67FA-4C94-B4AC-617BF2D369EE}" sibTransId="{A5609D01-1D79-4269-81DA-B58AF4C0E76E}"/>
    <dgm:cxn modelId="{A252953C-3CF4-47D8-B77C-C4F2F4065115}" type="presParOf" srcId="{D56173A5-49B9-492F-ACA9-81918605292D}" destId="{0072B8F6-ECAB-4A21-8E6C-AFE99AD41E3E}" srcOrd="0" destOrd="0" presId="urn:microsoft.com/office/officeart/2005/8/layout/list1"/>
    <dgm:cxn modelId="{F7AA9D65-270F-46D5-85A9-5C7114F29A84}" type="presParOf" srcId="{0072B8F6-ECAB-4A21-8E6C-AFE99AD41E3E}" destId="{6E6A3AEC-41F9-44D9-B6F7-B3AB6BBF4FA9}" srcOrd="0" destOrd="0" presId="urn:microsoft.com/office/officeart/2005/8/layout/list1"/>
    <dgm:cxn modelId="{A45A25AD-A7E0-4CC7-88DB-12E1296E7149}" type="presParOf" srcId="{0072B8F6-ECAB-4A21-8E6C-AFE99AD41E3E}" destId="{2A057494-5BA3-4D0B-800E-962E4C25BD78}" srcOrd="1" destOrd="0" presId="urn:microsoft.com/office/officeart/2005/8/layout/list1"/>
    <dgm:cxn modelId="{58EDF1A4-C0C9-4B04-83D8-251135F7E96D}" type="presParOf" srcId="{D56173A5-49B9-492F-ACA9-81918605292D}" destId="{FF0E35A3-18F7-4ABE-A19A-C3AE12E9D5D4}" srcOrd="1" destOrd="0" presId="urn:microsoft.com/office/officeart/2005/8/layout/list1"/>
    <dgm:cxn modelId="{9CCDEB09-6653-4FF0-9093-1AD346C5F27A}" type="presParOf" srcId="{D56173A5-49B9-492F-ACA9-81918605292D}" destId="{EC68B4CA-A650-443E-98C3-5FD6B222F6FE}" srcOrd="2" destOrd="0" presId="urn:microsoft.com/office/officeart/2005/8/layout/list1"/>
    <dgm:cxn modelId="{1330D584-E81F-4846-867B-1DD5CFE2429B}" type="presParOf" srcId="{D56173A5-49B9-492F-ACA9-81918605292D}" destId="{0102EC08-2FEE-47C1-998F-46273D5BAB17}" srcOrd="3" destOrd="0" presId="urn:microsoft.com/office/officeart/2005/8/layout/list1"/>
    <dgm:cxn modelId="{BC39CBCF-C411-4F3B-814C-1A81E7E27828}" type="presParOf" srcId="{D56173A5-49B9-492F-ACA9-81918605292D}" destId="{8FEBB175-AB8A-4BFF-9AFA-34A9ED2EF7B6}" srcOrd="4" destOrd="0" presId="urn:microsoft.com/office/officeart/2005/8/layout/list1"/>
    <dgm:cxn modelId="{86FBEDCB-9FD6-41F1-A488-EBCACBE2B987}" type="presParOf" srcId="{8FEBB175-AB8A-4BFF-9AFA-34A9ED2EF7B6}" destId="{EBDED09F-AB05-47AA-A1F3-9AC34692FB4E}" srcOrd="0" destOrd="0" presId="urn:microsoft.com/office/officeart/2005/8/layout/list1"/>
    <dgm:cxn modelId="{F4D1FC3D-263F-458F-BB59-5A94C32EBB8C}" type="presParOf" srcId="{8FEBB175-AB8A-4BFF-9AFA-34A9ED2EF7B6}" destId="{5989EC96-715B-4CCB-9D36-5F595440BF73}" srcOrd="1" destOrd="0" presId="urn:microsoft.com/office/officeart/2005/8/layout/list1"/>
    <dgm:cxn modelId="{0BAFDF68-017B-4643-A8D1-1B631F0D1D5C}" type="presParOf" srcId="{D56173A5-49B9-492F-ACA9-81918605292D}" destId="{16FDF59E-9305-489D-86DE-82F7A3211053}" srcOrd="5" destOrd="0" presId="urn:microsoft.com/office/officeart/2005/8/layout/list1"/>
    <dgm:cxn modelId="{D45BE0FF-E4C8-4BE1-A22D-97C244AFD061}" type="presParOf" srcId="{D56173A5-49B9-492F-ACA9-81918605292D}" destId="{3A907CCB-FC10-4095-9110-0BF57EEB27F8}" srcOrd="6" destOrd="0" presId="urn:microsoft.com/office/officeart/2005/8/layout/list1"/>
    <dgm:cxn modelId="{4594FEF9-0291-4B3D-90AE-8333C094A92C}" type="presParOf" srcId="{D56173A5-49B9-492F-ACA9-81918605292D}" destId="{950DCE4A-BD3D-44CC-9D2E-394A7EC2AD06}" srcOrd="7" destOrd="0" presId="urn:microsoft.com/office/officeart/2005/8/layout/list1"/>
    <dgm:cxn modelId="{5D311556-3A5D-4AA0-A3CF-03EC243E797F}" type="presParOf" srcId="{D56173A5-49B9-492F-ACA9-81918605292D}" destId="{1D950395-C31A-4405-B93D-E0ACBDD19CBA}" srcOrd="8" destOrd="0" presId="urn:microsoft.com/office/officeart/2005/8/layout/list1"/>
    <dgm:cxn modelId="{A3F5BECA-0E55-40CF-BF36-CD6802CBEF89}" type="presParOf" srcId="{1D950395-C31A-4405-B93D-E0ACBDD19CBA}" destId="{BAABCF3C-1C27-4848-BF42-1BF52BB1EA84}" srcOrd="0" destOrd="0" presId="urn:microsoft.com/office/officeart/2005/8/layout/list1"/>
    <dgm:cxn modelId="{E6FCD77F-1A09-425F-A92F-90FDA18BA510}" type="presParOf" srcId="{1D950395-C31A-4405-B93D-E0ACBDD19CBA}" destId="{D42ECDC6-987C-47E1-B705-855FC00AA8B2}" srcOrd="1" destOrd="0" presId="urn:microsoft.com/office/officeart/2005/8/layout/list1"/>
    <dgm:cxn modelId="{EED3C923-D2BF-4FE0-8017-7B1750E881C8}" type="presParOf" srcId="{D56173A5-49B9-492F-ACA9-81918605292D}" destId="{5DCD4937-51CA-4D75-A728-6356DF0A5988}" srcOrd="9" destOrd="0" presId="urn:microsoft.com/office/officeart/2005/8/layout/list1"/>
    <dgm:cxn modelId="{B33969AF-6EC2-4FCA-8188-16388B514DE6}" type="presParOf" srcId="{D56173A5-49B9-492F-ACA9-81918605292D}" destId="{E73F6113-C48B-45C9-ADA0-03BB99853BD8}" srcOrd="10" destOrd="0" presId="urn:microsoft.com/office/officeart/2005/8/layout/list1"/>
    <dgm:cxn modelId="{420F292F-ED8B-4E1A-AEDD-D55421199AAB}" type="presParOf" srcId="{D56173A5-49B9-492F-ACA9-81918605292D}" destId="{BEE68840-96E3-4208-837D-8562A2C5DA27}" srcOrd="11" destOrd="0" presId="urn:microsoft.com/office/officeart/2005/8/layout/list1"/>
    <dgm:cxn modelId="{26CD0808-5D12-4B64-B55A-5E134FA1A780}" type="presParOf" srcId="{D56173A5-49B9-492F-ACA9-81918605292D}" destId="{DC750D3C-A483-4950-91B5-E095B065523B}" srcOrd="12" destOrd="0" presId="urn:microsoft.com/office/officeart/2005/8/layout/list1"/>
    <dgm:cxn modelId="{0573D886-E2AD-4EA7-B6CD-77B8FA1E2779}" type="presParOf" srcId="{DC750D3C-A483-4950-91B5-E095B065523B}" destId="{25C9B9C0-08B0-4C49-B1C8-6933839701F1}" srcOrd="0" destOrd="0" presId="urn:microsoft.com/office/officeart/2005/8/layout/list1"/>
    <dgm:cxn modelId="{4962913E-3E22-4EEB-828E-FCA3D5FC327C}" type="presParOf" srcId="{DC750D3C-A483-4950-91B5-E095B065523B}" destId="{CA76A003-8BB8-4BCD-A830-C44F30C35AEA}" srcOrd="1" destOrd="0" presId="urn:microsoft.com/office/officeart/2005/8/layout/list1"/>
    <dgm:cxn modelId="{0E5B120D-F781-4843-A2DD-F6C95E6A588D}" type="presParOf" srcId="{D56173A5-49B9-492F-ACA9-81918605292D}" destId="{471CEA82-62F3-4282-8DB1-121D85B1AA99}" srcOrd="13" destOrd="0" presId="urn:microsoft.com/office/officeart/2005/8/layout/list1"/>
    <dgm:cxn modelId="{0CA0663F-2C0B-49B5-A1C8-0AC38D65FDA4}" type="presParOf" srcId="{D56173A5-49B9-492F-ACA9-81918605292D}" destId="{329D69BD-BEAD-44D2-872B-01F4FE23819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3452C3-836E-409D-AA50-CF26609671EA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Real-time Microplastics Detection</a:t>
          </a:r>
        </a:p>
      </dgm:t>
    </dgm:pt>
    <dgm:pt modelId="{15272EB4-BCE2-4209-B371-C1FE3E176853}" type="parTrans" cxnId="{5D0E156B-78E8-400A-AB93-A459E5730681}">
      <dgm:prSet/>
      <dgm:spPr/>
    </dgm:pt>
    <dgm:pt modelId="{65441A1A-13A2-4D4A-A8F5-AD6E7651EFB7}" type="sibTrans" cxnId="{5D0E156B-78E8-400A-AB93-A459E5730681}">
      <dgm:prSet/>
      <dgm:spPr/>
    </dgm:pt>
    <dgm:pt modelId="{7D9B5F46-08B7-404C-B86F-6A6253847651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Cost Effective Design</a:t>
          </a:r>
        </a:p>
      </dgm:t>
    </dgm:pt>
    <dgm:pt modelId="{65988A26-AEB1-4674-912D-A8C3EF8D576F}" type="parTrans" cxnId="{9E000792-D306-4E55-B9D2-7D685F6B2B0C}">
      <dgm:prSet/>
      <dgm:spPr/>
    </dgm:pt>
    <dgm:pt modelId="{4C1023A6-2D86-4ED9-96AA-9A96527D8A50}" type="sibTrans" cxnId="{9E000792-D306-4E55-B9D2-7D685F6B2B0C}">
      <dgm:prSet/>
      <dgm:spPr/>
    </dgm:pt>
    <dgm:pt modelId="{A2744ED9-E526-4D01-AFCD-48D4323964A7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App Connectivity</a:t>
          </a:r>
        </a:p>
      </dgm:t>
    </dgm:pt>
    <dgm:pt modelId="{0BDE00DF-80F4-4B83-ABFB-51F3598E5487}" type="parTrans" cxnId="{D993624B-5069-4B58-9209-7A001329EE18}">
      <dgm:prSet/>
      <dgm:spPr/>
    </dgm:pt>
    <dgm:pt modelId="{2CCAADF6-FCE9-4FD9-87B4-9710C6B97196}" type="sibTrans" cxnId="{D993624B-5069-4B58-9209-7A001329EE18}">
      <dgm:prSet/>
      <dgm:spPr/>
    </dgm:pt>
    <dgm:pt modelId="{5566A254-B335-4B9F-B8E0-4A9492FB4445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Portability</a:t>
          </a:r>
        </a:p>
      </dgm:t>
    </dgm:pt>
    <dgm:pt modelId="{25CD3D60-7B31-429A-A0F4-F661C116798D}" type="parTrans" cxnId="{21462492-984F-4A51-8358-E6AB8CBB3CD3}">
      <dgm:prSet/>
      <dgm:spPr/>
    </dgm:pt>
    <dgm:pt modelId="{D12AF854-1EA4-44C9-91F4-0ED50DF34177}" type="sibTrans" cxnId="{21462492-984F-4A51-8358-E6AB8CBB3CD3}">
      <dgm:prSet/>
      <dgm:spPr/>
    </dgm:pt>
    <dgm:pt modelId="{1DA6BC58-AF24-4B08-858C-E2B0E79297D6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8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Field Ready</a:t>
          </a:r>
        </a:p>
      </dgm:t>
    </dgm:pt>
    <dgm:pt modelId="{BB23BDD4-FED5-495D-994A-3517D1240762}" type="parTrans" cxnId="{E2F52DD8-4C43-45A5-9222-D73B18A50EE8}">
      <dgm:prSet/>
      <dgm:spPr/>
    </dgm:pt>
    <dgm:pt modelId="{6B2BB1BC-9FD8-45F3-B39C-56A37C640F5B}" type="sibTrans" cxnId="{E2F52DD8-4C43-45A5-9222-D73B18A50EE8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AA40F68D-9FFF-457A-A207-9553EDCBCBA2}" type="pres">
      <dgm:prSet presAssocID="{B43452C3-836E-409D-AA50-CF26609671EA}" presName="parentLin" presStyleCnt="0"/>
      <dgm:spPr/>
    </dgm:pt>
    <dgm:pt modelId="{E12B7EFF-BF6D-4EB8-836E-026801591AC5}" type="pres">
      <dgm:prSet presAssocID="{B43452C3-836E-409D-AA50-CF26609671EA}" presName="parentLeftMargin" presStyleLbl="node1" presStyleIdx="0" presStyleCnt="5"/>
      <dgm:spPr/>
    </dgm:pt>
    <dgm:pt modelId="{46FA1750-9A88-45C2-8493-F92A639A5E51}" type="pres">
      <dgm:prSet presAssocID="{B43452C3-836E-409D-AA50-CF26609671E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21DEB96-2E7B-43CF-B47E-66A4F1CDAB2D}" type="pres">
      <dgm:prSet presAssocID="{B43452C3-836E-409D-AA50-CF26609671EA}" presName="negativeSpace" presStyleCnt="0"/>
      <dgm:spPr/>
    </dgm:pt>
    <dgm:pt modelId="{CA0909E5-44BE-4EF3-8B68-4270BD2CF067}" type="pres">
      <dgm:prSet presAssocID="{B43452C3-836E-409D-AA50-CF26609671EA}" presName="childText" presStyleLbl="conFgAcc1" presStyleIdx="0" presStyleCnt="5">
        <dgm:presLayoutVars>
          <dgm:bulletEnabled val="1"/>
        </dgm:presLayoutVars>
      </dgm:prSet>
      <dgm:spPr/>
    </dgm:pt>
    <dgm:pt modelId="{891C7492-84C7-4A00-B9A6-6A416C73946E}" type="pres">
      <dgm:prSet presAssocID="{65441A1A-13A2-4D4A-A8F5-AD6E7651EFB7}" presName="spaceBetweenRectangles" presStyleCnt="0"/>
      <dgm:spPr/>
    </dgm:pt>
    <dgm:pt modelId="{511661FF-F46E-4CCE-B95A-266FB1522096}" type="pres">
      <dgm:prSet presAssocID="{7D9B5F46-08B7-404C-B86F-6A6253847651}" presName="parentLin" presStyleCnt="0"/>
      <dgm:spPr/>
    </dgm:pt>
    <dgm:pt modelId="{AC5ED41A-1437-4772-8B20-4BEC1B2A1441}" type="pres">
      <dgm:prSet presAssocID="{7D9B5F46-08B7-404C-B86F-6A6253847651}" presName="parentLeftMargin" presStyleLbl="node1" presStyleIdx="0" presStyleCnt="5"/>
      <dgm:spPr/>
    </dgm:pt>
    <dgm:pt modelId="{26A24291-02AB-4798-9916-0B0A5FC48DE5}" type="pres">
      <dgm:prSet presAssocID="{7D9B5F46-08B7-404C-B86F-6A625384765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A57272D-2D21-4978-9324-476911D19D17}" type="pres">
      <dgm:prSet presAssocID="{7D9B5F46-08B7-404C-B86F-6A6253847651}" presName="negativeSpace" presStyleCnt="0"/>
      <dgm:spPr/>
    </dgm:pt>
    <dgm:pt modelId="{5C0B3D37-C9E9-4A5F-8C4D-CA9D5CAAA79C}" type="pres">
      <dgm:prSet presAssocID="{7D9B5F46-08B7-404C-B86F-6A6253847651}" presName="childText" presStyleLbl="conFgAcc1" presStyleIdx="1" presStyleCnt="5">
        <dgm:presLayoutVars>
          <dgm:bulletEnabled val="1"/>
        </dgm:presLayoutVars>
      </dgm:prSet>
      <dgm:spPr/>
    </dgm:pt>
    <dgm:pt modelId="{AF457CCE-26EB-49DB-AC57-A0A399ED5687}" type="pres">
      <dgm:prSet presAssocID="{4C1023A6-2D86-4ED9-96AA-9A96527D8A50}" presName="spaceBetweenRectangles" presStyleCnt="0"/>
      <dgm:spPr/>
    </dgm:pt>
    <dgm:pt modelId="{7162BA28-5763-4EAB-96C1-118280E8FE1D}" type="pres">
      <dgm:prSet presAssocID="{A2744ED9-E526-4D01-AFCD-48D4323964A7}" presName="parentLin" presStyleCnt="0"/>
      <dgm:spPr/>
    </dgm:pt>
    <dgm:pt modelId="{48AB4438-FEE4-47D2-AD3A-97B1DFFF0D41}" type="pres">
      <dgm:prSet presAssocID="{A2744ED9-E526-4D01-AFCD-48D4323964A7}" presName="parentLeftMargin" presStyleLbl="node1" presStyleIdx="1" presStyleCnt="5"/>
      <dgm:spPr/>
    </dgm:pt>
    <dgm:pt modelId="{5D852E35-0080-4AAF-A158-043693C82C6D}" type="pres">
      <dgm:prSet presAssocID="{A2744ED9-E526-4D01-AFCD-48D4323964A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B0E0B8B-6E8C-43B4-8685-18E920225F40}" type="pres">
      <dgm:prSet presAssocID="{A2744ED9-E526-4D01-AFCD-48D4323964A7}" presName="negativeSpace" presStyleCnt="0"/>
      <dgm:spPr/>
    </dgm:pt>
    <dgm:pt modelId="{5F2B16F2-D844-4024-AC7D-B4AFC8B78786}" type="pres">
      <dgm:prSet presAssocID="{A2744ED9-E526-4D01-AFCD-48D4323964A7}" presName="childText" presStyleLbl="conFgAcc1" presStyleIdx="2" presStyleCnt="5">
        <dgm:presLayoutVars>
          <dgm:bulletEnabled val="1"/>
        </dgm:presLayoutVars>
      </dgm:prSet>
      <dgm:spPr/>
    </dgm:pt>
    <dgm:pt modelId="{006DCF0A-04FE-479D-B88D-2254B8247491}" type="pres">
      <dgm:prSet presAssocID="{2CCAADF6-FCE9-4FD9-87B4-9710C6B97196}" presName="spaceBetweenRectangles" presStyleCnt="0"/>
      <dgm:spPr/>
    </dgm:pt>
    <dgm:pt modelId="{A3C0FDBD-87AF-4991-BE60-4218CEA9AB74}" type="pres">
      <dgm:prSet presAssocID="{5566A254-B335-4B9F-B8E0-4A9492FB4445}" presName="parentLin" presStyleCnt="0"/>
      <dgm:spPr/>
    </dgm:pt>
    <dgm:pt modelId="{0920FE9F-44E5-453C-9055-F98C233FD658}" type="pres">
      <dgm:prSet presAssocID="{5566A254-B335-4B9F-B8E0-4A9492FB4445}" presName="parentLeftMargin" presStyleLbl="node1" presStyleIdx="2" presStyleCnt="5"/>
      <dgm:spPr/>
    </dgm:pt>
    <dgm:pt modelId="{F419C138-DBB2-4C3C-AB30-7A18DC578792}" type="pres">
      <dgm:prSet presAssocID="{5566A254-B335-4B9F-B8E0-4A9492FB444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2670412-D7FF-4A65-81AE-75B32FF50072}" type="pres">
      <dgm:prSet presAssocID="{5566A254-B335-4B9F-B8E0-4A9492FB4445}" presName="negativeSpace" presStyleCnt="0"/>
      <dgm:spPr/>
    </dgm:pt>
    <dgm:pt modelId="{488613ED-82E0-4399-9DE4-D6CB3F59A048}" type="pres">
      <dgm:prSet presAssocID="{5566A254-B335-4B9F-B8E0-4A9492FB4445}" presName="childText" presStyleLbl="conFgAcc1" presStyleIdx="3" presStyleCnt="5">
        <dgm:presLayoutVars>
          <dgm:bulletEnabled val="1"/>
        </dgm:presLayoutVars>
      </dgm:prSet>
      <dgm:spPr/>
    </dgm:pt>
    <dgm:pt modelId="{7966B25C-F0C4-453A-9365-65A8F84E7C1F}" type="pres">
      <dgm:prSet presAssocID="{D12AF854-1EA4-44C9-91F4-0ED50DF34177}" presName="spaceBetweenRectangles" presStyleCnt="0"/>
      <dgm:spPr/>
    </dgm:pt>
    <dgm:pt modelId="{5330AEEB-67A5-459B-8FA6-F31E5B2A09D0}" type="pres">
      <dgm:prSet presAssocID="{1DA6BC58-AF24-4B08-858C-E2B0E79297D6}" presName="parentLin" presStyleCnt="0"/>
      <dgm:spPr/>
    </dgm:pt>
    <dgm:pt modelId="{7705B133-4A1C-4728-A94F-ED26D0D2209A}" type="pres">
      <dgm:prSet presAssocID="{1DA6BC58-AF24-4B08-858C-E2B0E79297D6}" presName="parentLeftMargin" presStyleLbl="node1" presStyleIdx="3" presStyleCnt="5"/>
      <dgm:spPr/>
    </dgm:pt>
    <dgm:pt modelId="{CB552A55-6827-49A9-A351-1F0805FACBB6}" type="pres">
      <dgm:prSet presAssocID="{1DA6BC58-AF24-4B08-858C-E2B0E79297D6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759B8C65-7D4C-4AE4-AEB1-0BE002844FC9}" type="pres">
      <dgm:prSet presAssocID="{1DA6BC58-AF24-4B08-858C-E2B0E79297D6}" presName="negativeSpace" presStyleCnt="0"/>
      <dgm:spPr/>
    </dgm:pt>
    <dgm:pt modelId="{82C3209D-2351-4396-811B-E03A13EABDD6}" type="pres">
      <dgm:prSet presAssocID="{1DA6BC58-AF24-4B08-858C-E2B0E79297D6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F5AA20A-5174-481F-B29C-FAE681050113}" type="presOf" srcId="{1DA6BC58-AF24-4B08-858C-E2B0E79297D6}" destId="{7705B133-4A1C-4728-A94F-ED26D0D2209A}" srcOrd="0" destOrd="0" presId="urn:microsoft.com/office/officeart/2005/8/layout/list1"/>
    <dgm:cxn modelId="{59E1BC18-C159-4040-8AAE-2DFC608BDA58}" type="presOf" srcId="{1DA6BC58-AF24-4B08-858C-E2B0E79297D6}" destId="{CB552A55-6827-49A9-A351-1F0805FACBB6}" srcOrd="1" destOrd="0" presId="urn:microsoft.com/office/officeart/2005/8/layout/list1"/>
    <dgm:cxn modelId="{86FE5E20-5658-4D72-9794-4F7F9CCB2D44}" type="presOf" srcId="{7D9B5F46-08B7-404C-B86F-6A6253847651}" destId="{AC5ED41A-1437-4772-8B20-4BEC1B2A1441}" srcOrd="0" destOrd="0" presId="urn:microsoft.com/office/officeart/2005/8/layout/list1"/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9EC8A336-6B81-41BE-8AFC-99E58BA810D1}" type="presOf" srcId="{B43452C3-836E-409D-AA50-CF26609671EA}" destId="{46FA1750-9A88-45C2-8493-F92A639A5E51}" srcOrd="1" destOrd="0" presId="urn:microsoft.com/office/officeart/2005/8/layout/list1"/>
    <dgm:cxn modelId="{99CDA662-F11A-46AB-AD1E-45DA607001FF}" type="presOf" srcId="{B43452C3-836E-409D-AA50-CF26609671EA}" destId="{E12B7EFF-BF6D-4EB8-836E-026801591AC5}" srcOrd="0" destOrd="0" presId="urn:microsoft.com/office/officeart/2005/8/layout/list1"/>
    <dgm:cxn modelId="{5D0E156B-78E8-400A-AB93-A459E5730681}" srcId="{20B55D71-F065-44E7-B932-09B4F1C2D9CC}" destId="{B43452C3-836E-409D-AA50-CF26609671EA}" srcOrd="0" destOrd="0" parTransId="{15272EB4-BCE2-4209-B371-C1FE3E176853}" sibTransId="{65441A1A-13A2-4D4A-A8F5-AD6E7651EFB7}"/>
    <dgm:cxn modelId="{D993624B-5069-4B58-9209-7A001329EE18}" srcId="{20B55D71-F065-44E7-B932-09B4F1C2D9CC}" destId="{A2744ED9-E526-4D01-AFCD-48D4323964A7}" srcOrd="2" destOrd="0" parTransId="{0BDE00DF-80F4-4B83-ABFB-51F3598E5487}" sibTransId="{2CCAADF6-FCE9-4FD9-87B4-9710C6B97196}"/>
    <dgm:cxn modelId="{EA767C73-AF9A-40D2-8E89-C11AAFD871A0}" type="presOf" srcId="{5566A254-B335-4B9F-B8E0-4A9492FB4445}" destId="{F419C138-DBB2-4C3C-AB30-7A18DC578792}" srcOrd="1" destOrd="0" presId="urn:microsoft.com/office/officeart/2005/8/layout/list1"/>
    <dgm:cxn modelId="{2FB53991-4C64-4427-BB21-3A138E59A01A}" type="presOf" srcId="{5566A254-B335-4B9F-B8E0-4A9492FB4445}" destId="{0920FE9F-44E5-453C-9055-F98C233FD658}" srcOrd="0" destOrd="0" presId="urn:microsoft.com/office/officeart/2005/8/layout/list1"/>
    <dgm:cxn modelId="{9E000792-D306-4E55-B9D2-7D685F6B2B0C}" srcId="{20B55D71-F065-44E7-B932-09B4F1C2D9CC}" destId="{7D9B5F46-08B7-404C-B86F-6A6253847651}" srcOrd="1" destOrd="0" parTransId="{65988A26-AEB1-4674-912D-A8C3EF8D576F}" sibTransId="{4C1023A6-2D86-4ED9-96AA-9A96527D8A50}"/>
    <dgm:cxn modelId="{21462492-984F-4A51-8358-E6AB8CBB3CD3}" srcId="{20B55D71-F065-44E7-B932-09B4F1C2D9CC}" destId="{5566A254-B335-4B9F-B8E0-4A9492FB4445}" srcOrd="3" destOrd="0" parTransId="{25CD3D60-7B31-429A-A0F4-F661C116798D}" sibTransId="{D12AF854-1EA4-44C9-91F4-0ED50DF34177}"/>
    <dgm:cxn modelId="{D6AFEAB5-A462-436E-B25E-9F517BE52F20}" type="presOf" srcId="{A2744ED9-E526-4D01-AFCD-48D4323964A7}" destId="{48AB4438-FEE4-47D2-AD3A-97B1DFFF0D41}" srcOrd="0" destOrd="0" presId="urn:microsoft.com/office/officeart/2005/8/layout/list1"/>
    <dgm:cxn modelId="{E2F52DD8-4C43-45A5-9222-D73B18A50EE8}" srcId="{20B55D71-F065-44E7-B932-09B4F1C2D9CC}" destId="{1DA6BC58-AF24-4B08-858C-E2B0E79297D6}" srcOrd="4" destOrd="0" parTransId="{BB23BDD4-FED5-495D-994A-3517D1240762}" sibTransId="{6B2BB1BC-9FD8-45F3-B39C-56A37C640F5B}"/>
    <dgm:cxn modelId="{57CA7CDD-C67C-4D9C-8E5A-7191929CA1C2}" type="presOf" srcId="{A2744ED9-E526-4D01-AFCD-48D4323964A7}" destId="{5D852E35-0080-4AAF-A158-043693C82C6D}" srcOrd="1" destOrd="0" presId="urn:microsoft.com/office/officeart/2005/8/layout/list1"/>
    <dgm:cxn modelId="{6C678BF2-0528-4E92-BF2F-7B0C6261934A}" type="presOf" srcId="{7D9B5F46-08B7-404C-B86F-6A6253847651}" destId="{26A24291-02AB-4798-9916-0B0A5FC48DE5}" srcOrd="1" destOrd="0" presId="urn:microsoft.com/office/officeart/2005/8/layout/list1"/>
    <dgm:cxn modelId="{BE50DFFA-425D-4B74-8C93-228B3267B6E0}" type="presParOf" srcId="{D56173A5-49B9-492F-ACA9-81918605292D}" destId="{AA40F68D-9FFF-457A-A207-9553EDCBCBA2}" srcOrd="0" destOrd="0" presId="urn:microsoft.com/office/officeart/2005/8/layout/list1"/>
    <dgm:cxn modelId="{2A219AE1-05F6-46D0-9526-27F4F32CBF4E}" type="presParOf" srcId="{AA40F68D-9FFF-457A-A207-9553EDCBCBA2}" destId="{E12B7EFF-BF6D-4EB8-836E-026801591AC5}" srcOrd="0" destOrd="0" presId="urn:microsoft.com/office/officeart/2005/8/layout/list1"/>
    <dgm:cxn modelId="{1F6F750F-30BD-4DCB-968B-B139466DFF57}" type="presParOf" srcId="{AA40F68D-9FFF-457A-A207-9553EDCBCBA2}" destId="{46FA1750-9A88-45C2-8493-F92A639A5E51}" srcOrd="1" destOrd="0" presId="urn:microsoft.com/office/officeart/2005/8/layout/list1"/>
    <dgm:cxn modelId="{4A084733-DD27-44A6-8904-9845A24D99E3}" type="presParOf" srcId="{D56173A5-49B9-492F-ACA9-81918605292D}" destId="{221DEB96-2E7B-43CF-B47E-66A4F1CDAB2D}" srcOrd="1" destOrd="0" presId="urn:microsoft.com/office/officeart/2005/8/layout/list1"/>
    <dgm:cxn modelId="{08FD687A-B45B-4978-AA5E-B6D940E375EB}" type="presParOf" srcId="{D56173A5-49B9-492F-ACA9-81918605292D}" destId="{CA0909E5-44BE-4EF3-8B68-4270BD2CF067}" srcOrd="2" destOrd="0" presId="urn:microsoft.com/office/officeart/2005/8/layout/list1"/>
    <dgm:cxn modelId="{86543B60-457B-4F9B-A4AD-8B3383E2EBDD}" type="presParOf" srcId="{D56173A5-49B9-492F-ACA9-81918605292D}" destId="{891C7492-84C7-4A00-B9A6-6A416C73946E}" srcOrd="3" destOrd="0" presId="urn:microsoft.com/office/officeart/2005/8/layout/list1"/>
    <dgm:cxn modelId="{F11FD8DE-E9D8-408C-9D6D-E033046172AF}" type="presParOf" srcId="{D56173A5-49B9-492F-ACA9-81918605292D}" destId="{511661FF-F46E-4CCE-B95A-266FB1522096}" srcOrd="4" destOrd="0" presId="urn:microsoft.com/office/officeart/2005/8/layout/list1"/>
    <dgm:cxn modelId="{34306E5A-2F18-4A3E-8ED0-551B78122398}" type="presParOf" srcId="{511661FF-F46E-4CCE-B95A-266FB1522096}" destId="{AC5ED41A-1437-4772-8B20-4BEC1B2A1441}" srcOrd="0" destOrd="0" presId="urn:microsoft.com/office/officeart/2005/8/layout/list1"/>
    <dgm:cxn modelId="{3FAC263C-FA97-4072-B55C-AEF50F57C4AC}" type="presParOf" srcId="{511661FF-F46E-4CCE-B95A-266FB1522096}" destId="{26A24291-02AB-4798-9916-0B0A5FC48DE5}" srcOrd="1" destOrd="0" presId="urn:microsoft.com/office/officeart/2005/8/layout/list1"/>
    <dgm:cxn modelId="{1DCBF6F3-B42E-43FF-9344-9E1CA1F5FF26}" type="presParOf" srcId="{D56173A5-49B9-492F-ACA9-81918605292D}" destId="{0A57272D-2D21-4978-9324-476911D19D17}" srcOrd="5" destOrd="0" presId="urn:microsoft.com/office/officeart/2005/8/layout/list1"/>
    <dgm:cxn modelId="{040E9E26-F85C-45A6-AF04-E19B8D9DB7CD}" type="presParOf" srcId="{D56173A5-49B9-492F-ACA9-81918605292D}" destId="{5C0B3D37-C9E9-4A5F-8C4D-CA9D5CAAA79C}" srcOrd="6" destOrd="0" presId="urn:microsoft.com/office/officeart/2005/8/layout/list1"/>
    <dgm:cxn modelId="{E3322892-CEE8-4917-A93C-EE6CEE2FABC0}" type="presParOf" srcId="{D56173A5-49B9-492F-ACA9-81918605292D}" destId="{AF457CCE-26EB-49DB-AC57-A0A399ED5687}" srcOrd="7" destOrd="0" presId="urn:microsoft.com/office/officeart/2005/8/layout/list1"/>
    <dgm:cxn modelId="{A3C843B1-24F6-4317-BC4D-ED7D0889794D}" type="presParOf" srcId="{D56173A5-49B9-492F-ACA9-81918605292D}" destId="{7162BA28-5763-4EAB-96C1-118280E8FE1D}" srcOrd="8" destOrd="0" presId="urn:microsoft.com/office/officeart/2005/8/layout/list1"/>
    <dgm:cxn modelId="{7C9B9370-348A-4E2C-B699-C8AF37AA2A70}" type="presParOf" srcId="{7162BA28-5763-4EAB-96C1-118280E8FE1D}" destId="{48AB4438-FEE4-47D2-AD3A-97B1DFFF0D41}" srcOrd="0" destOrd="0" presId="urn:microsoft.com/office/officeart/2005/8/layout/list1"/>
    <dgm:cxn modelId="{0BCDCE6C-7031-4B39-A8D1-03C9933A006D}" type="presParOf" srcId="{7162BA28-5763-4EAB-96C1-118280E8FE1D}" destId="{5D852E35-0080-4AAF-A158-043693C82C6D}" srcOrd="1" destOrd="0" presId="urn:microsoft.com/office/officeart/2005/8/layout/list1"/>
    <dgm:cxn modelId="{AA1D70F7-0C42-4768-942E-90F2AE9F31C3}" type="presParOf" srcId="{D56173A5-49B9-492F-ACA9-81918605292D}" destId="{CB0E0B8B-6E8C-43B4-8685-18E920225F40}" srcOrd="9" destOrd="0" presId="urn:microsoft.com/office/officeart/2005/8/layout/list1"/>
    <dgm:cxn modelId="{877EFC5A-3BC6-405E-B0FD-42F340A676FD}" type="presParOf" srcId="{D56173A5-49B9-492F-ACA9-81918605292D}" destId="{5F2B16F2-D844-4024-AC7D-B4AFC8B78786}" srcOrd="10" destOrd="0" presId="urn:microsoft.com/office/officeart/2005/8/layout/list1"/>
    <dgm:cxn modelId="{C361DA1C-3D8D-427D-9A73-78D939A27244}" type="presParOf" srcId="{D56173A5-49B9-492F-ACA9-81918605292D}" destId="{006DCF0A-04FE-479D-B88D-2254B8247491}" srcOrd="11" destOrd="0" presId="urn:microsoft.com/office/officeart/2005/8/layout/list1"/>
    <dgm:cxn modelId="{E68C9813-77E6-41B0-A76A-5506A45B7C45}" type="presParOf" srcId="{D56173A5-49B9-492F-ACA9-81918605292D}" destId="{A3C0FDBD-87AF-4991-BE60-4218CEA9AB74}" srcOrd="12" destOrd="0" presId="urn:microsoft.com/office/officeart/2005/8/layout/list1"/>
    <dgm:cxn modelId="{5B791871-183F-473C-B1AB-6F1E6E92AF94}" type="presParOf" srcId="{A3C0FDBD-87AF-4991-BE60-4218CEA9AB74}" destId="{0920FE9F-44E5-453C-9055-F98C233FD658}" srcOrd="0" destOrd="0" presId="urn:microsoft.com/office/officeart/2005/8/layout/list1"/>
    <dgm:cxn modelId="{B519F4ED-1B3A-48C8-AD7C-7BA5EBF3119E}" type="presParOf" srcId="{A3C0FDBD-87AF-4991-BE60-4218CEA9AB74}" destId="{F419C138-DBB2-4C3C-AB30-7A18DC578792}" srcOrd="1" destOrd="0" presId="urn:microsoft.com/office/officeart/2005/8/layout/list1"/>
    <dgm:cxn modelId="{B7D37DAA-333C-413A-BC06-E513CBD4F7E8}" type="presParOf" srcId="{D56173A5-49B9-492F-ACA9-81918605292D}" destId="{12670412-D7FF-4A65-81AE-75B32FF50072}" srcOrd="13" destOrd="0" presId="urn:microsoft.com/office/officeart/2005/8/layout/list1"/>
    <dgm:cxn modelId="{1CF9C4FE-28C4-442B-A452-5D4A57A3C3E5}" type="presParOf" srcId="{D56173A5-49B9-492F-ACA9-81918605292D}" destId="{488613ED-82E0-4399-9DE4-D6CB3F59A048}" srcOrd="14" destOrd="0" presId="urn:microsoft.com/office/officeart/2005/8/layout/list1"/>
    <dgm:cxn modelId="{B9E874EC-64F3-4C33-ABAC-0DE9329B8A2F}" type="presParOf" srcId="{D56173A5-49B9-492F-ACA9-81918605292D}" destId="{7966B25C-F0C4-453A-9365-65A8F84E7C1F}" srcOrd="15" destOrd="0" presId="urn:microsoft.com/office/officeart/2005/8/layout/list1"/>
    <dgm:cxn modelId="{FACC2916-B636-4096-9D48-576C97C5DA8E}" type="presParOf" srcId="{D56173A5-49B9-492F-ACA9-81918605292D}" destId="{5330AEEB-67A5-459B-8FA6-F31E5B2A09D0}" srcOrd="16" destOrd="0" presId="urn:microsoft.com/office/officeart/2005/8/layout/list1"/>
    <dgm:cxn modelId="{CA6607E9-6257-4335-9F79-838EB6A8CEBB}" type="presParOf" srcId="{5330AEEB-67A5-459B-8FA6-F31E5B2A09D0}" destId="{7705B133-4A1C-4728-A94F-ED26D0D2209A}" srcOrd="0" destOrd="0" presId="urn:microsoft.com/office/officeart/2005/8/layout/list1"/>
    <dgm:cxn modelId="{ABD13872-04AA-4484-A7B8-C66506FB0AB0}" type="presParOf" srcId="{5330AEEB-67A5-459B-8FA6-F31E5B2A09D0}" destId="{CB552A55-6827-49A9-A351-1F0805FACBB6}" srcOrd="1" destOrd="0" presId="urn:microsoft.com/office/officeart/2005/8/layout/list1"/>
    <dgm:cxn modelId="{5C80308A-2484-4DCA-B2D2-5E41EF573382}" type="presParOf" srcId="{D56173A5-49B9-492F-ACA9-81918605292D}" destId="{759B8C65-7D4C-4AE4-AEB1-0BE002844FC9}" srcOrd="17" destOrd="0" presId="urn:microsoft.com/office/officeart/2005/8/layout/list1"/>
    <dgm:cxn modelId="{BCC3D35F-7761-498B-B262-6FB84118E777}" type="presParOf" srcId="{D56173A5-49B9-492F-ACA9-81918605292D}" destId="{82C3209D-2351-4396-811B-E03A13EABDD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3452C3-836E-409D-AA50-CF26609671EA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Copper Construction</a:t>
          </a:r>
        </a:p>
      </dgm:t>
    </dgm:pt>
    <dgm:pt modelId="{15272EB4-BCE2-4209-B371-C1FE3E176853}" type="parTrans" cxnId="{5D0E156B-78E8-400A-AB93-A459E5730681}">
      <dgm:prSet/>
      <dgm:spPr/>
    </dgm:pt>
    <dgm:pt modelId="{65441A1A-13A2-4D4A-A8F5-AD6E7651EFB7}" type="sibTrans" cxnId="{5D0E156B-78E8-400A-AB93-A459E5730681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AA40F68D-9FFF-457A-A207-9553EDCBCBA2}" type="pres">
      <dgm:prSet presAssocID="{B43452C3-836E-409D-AA50-CF26609671EA}" presName="parentLin" presStyleCnt="0"/>
      <dgm:spPr/>
    </dgm:pt>
    <dgm:pt modelId="{E12B7EFF-BF6D-4EB8-836E-026801591AC5}" type="pres">
      <dgm:prSet presAssocID="{B43452C3-836E-409D-AA50-CF26609671EA}" presName="parentLeftMargin" presStyleLbl="node1" presStyleIdx="0" presStyleCnt="1"/>
      <dgm:spPr/>
    </dgm:pt>
    <dgm:pt modelId="{46FA1750-9A88-45C2-8493-F92A639A5E51}" type="pres">
      <dgm:prSet presAssocID="{B43452C3-836E-409D-AA50-CF26609671E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21DEB96-2E7B-43CF-B47E-66A4F1CDAB2D}" type="pres">
      <dgm:prSet presAssocID="{B43452C3-836E-409D-AA50-CF26609671EA}" presName="negativeSpace" presStyleCnt="0"/>
      <dgm:spPr/>
    </dgm:pt>
    <dgm:pt modelId="{CA0909E5-44BE-4EF3-8B68-4270BD2CF067}" type="pres">
      <dgm:prSet presAssocID="{B43452C3-836E-409D-AA50-CF26609671E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9EC8A336-6B81-41BE-8AFC-99E58BA810D1}" type="presOf" srcId="{B43452C3-836E-409D-AA50-CF26609671EA}" destId="{46FA1750-9A88-45C2-8493-F92A639A5E51}" srcOrd="1" destOrd="0" presId="urn:microsoft.com/office/officeart/2005/8/layout/list1"/>
    <dgm:cxn modelId="{99CDA662-F11A-46AB-AD1E-45DA607001FF}" type="presOf" srcId="{B43452C3-836E-409D-AA50-CF26609671EA}" destId="{E12B7EFF-BF6D-4EB8-836E-026801591AC5}" srcOrd="0" destOrd="0" presId="urn:microsoft.com/office/officeart/2005/8/layout/list1"/>
    <dgm:cxn modelId="{5D0E156B-78E8-400A-AB93-A459E5730681}" srcId="{20B55D71-F065-44E7-B932-09B4F1C2D9CC}" destId="{B43452C3-836E-409D-AA50-CF26609671EA}" srcOrd="0" destOrd="0" parTransId="{15272EB4-BCE2-4209-B371-C1FE3E176853}" sibTransId="{65441A1A-13A2-4D4A-A8F5-AD6E7651EFB7}"/>
    <dgm:cxn modelId="{BE50DFFA-425D-4B74-8C93-228B3267B6E0}" type="presParOf" srcId="{D56173A5-49B9-492F-ACA9-81918605292D}" destId="{AA40F68D-9FFF-457A-A207-9553EDCBCBA2}" srcOrd="0" destOrd="0" presId="urn:microsoft.com/office/officeart/2005/8/layout/list1"/>
    <dgm:cxn modelId="{2A219AE1-05F6-46D0-9526-27F4F32CBF4E}" type="presParOf" srcId="{AA40F68D-9FFF-457A-A207-9553EDCBCBA2}" destId="{E12B7EFF-BF6D-4EB8-836E-026801591AC5}" srcOrd="0" destOrd="0" presId="urn:microsoft.com/office/officeart/2005/8/layout/list1"/>
    <dgm:cxn modelId="{1F6F750F-30BD-4DCB-968B-B139466DFF57}" type="presParOf" srcId="{AA40F68D-9FFF-457A-A207-9553EDCBCBA2}" destId="{46FA1750-9A88-45C2-8493-F92A639A5E51}" srcOrd="1" destOrd="0" presId="urn:microsoft.com/office/officeart/2005/8/layout/list1"/>
    <dgm:cxn modelId="{4A084733-DD27-44A6-8904-9845A24D99E3}" type="presParOf" srcId="{D56173A5-49B9-492F-ACA9-81918605292D}" destId="{221DEB96-2E7B-43CF-B47E-66A4F1CDAB2D}" srcOrd="1" destOrd="0" presId="urn:microsoft.com/office/officeart/2005/8/layout/list1"/>
    <dgm:cxn modelId="{08FD687A-B45B-4978-AA5E-B6D940E375EB}" type="presParOf" srcId="{D56173A5-49B9-492F-ACA9-81918605292D}" destId="{CA0909E5-44BE-4EF3-8B68-4270BD2CF06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3452C3-836E-409D-AA50-CF26609671EA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Modular Construction</a:t>
          </a:r>
        </a:p>
      </dgm:t>
    </dgm:pt>
    <dgm:pt modelId="{15272EB4-BCE2-4209-B371-C1FE3E176853}" type="parTrans" cxnId="{5D0E156B-78E8-400A-AB93-A459E5730681}">
      <dgm:prSet/>
      <dgm:spPr/>
    </dgm:pt>
    <dgm:pt modelId="{65441A1A-13A2-4D4A-A8F5-AD6E7651EFB7}" type="sibTrans" cxnId="{5D0E156B-78E8-400A-AB93-A459E5730681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AA40F68D-9FFF-457A-A207-9553EDCBCBA2}" type="pres">
      <dgm:prSet presAssocID="{B43452C3-836E-409D-AA50-CF26609671EA}" presName="parentLin" presStyleCnt="0"/>
      <dgm:spPr/>
    </dgm:pt>
    <dgm:pt modelId="{E12B7EFF-BF6D-4EB8-836E-026801591AC5}" type="pres">
      <dgm:prSet presAssocID="{B43452C3-836E-409D-AA50-CF26609671EA}" presName="parentLeftMargin" presStyleLbl="node1" presStyleIdx="0" presStyleCnt="1"/>
      <dgm:spPr/>
    </dgm:pt>
    <dgm:pt modelId="{46FA1750-9A88-45C2-8493-F92A639A5E51}" type="pres">
      <dgm:prSet presAssocID="{B43452C3-836E-409D-AA50-CF26609671E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21DEB96-2E7B-43CF-B47E-66A4F1CDAB2D}" type="pres">
      <dgm:prSet presAssocID="{B43452C3-836E-409D-AA50-CF26609671EA}" presName="negativeSpace" presStyleCnt="0"/>
      <dgm:spPr/>
    </dgm:pt>
    <dgm:pt modelId="{CA0909E5-44BE-4EF3-8B68-4270BD2CF067}" type="pres">
      <dgm:prSet presAssocID="{B43452C3-836E-409D-AA50-CF26609671E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8214354A-7996-4341-BD29-4527849C2B39}" type="presOf" srcId="{B43452C3-836E-409D-AA50-CF26609671EA}" destId="{E12B7EFF-BF6D-4EB8-836E-026801591AC5}" srcOrd="0" destOrd="0" presId="urn:microsoft.com/office/officeart/2005/8/layout/list1"/>
    <dgm:cxn modelId="{5D0E156B-78E8-400A-AB93-A459E5730681}" srcId="{20B55D71-F065-44E7-B932-09B4F1C2D9CC}" destId="{B43452C3-836E-409D-AA50-CF26609671EA}" srcOrd="0" destOrd="0" parTransId="{15272EB4-BCE2-4209-B371-C1FE3E176853}" sibTransId="{65441A1A-13A2-4D4A-A8F5-AD6E7651EFB7}"/>
    <dgm:cxn modelId="{81EEA76F-8677-42A1-9C0C-F67C14B5344B}" type="presOf" srcId="{B43452C3-836E-409D-AA50-CF26609671EA}" destId="{46FA1750-9A88-45C2-8493-F92A639A5E51}" srcOrd="1" destOrd="0" presId="urn:microsoft.com/office/officeart/2005/8/layout/list1"/>
    <dgm:cxn modelId="{0BD8A419-1DF0-48E2-94A9-F77F46B9431B}" type="presParOf" srcId="{D56173A5-49B9-492F-ACA9-81918605292D}" destId="{AA40F68D-9FFF-457A-A207-9553EDCBCBA2}" srcOrd="0" destOrd="0" presId="urn:microsoft.com/office/officeart/2005/8/layout/list1"/>
    <dgm:cxn modelId="{702ECCAB-FE88-4650-818A-8C3CA9B3A679}" type="presParOf" srcId="{AA40F68D-9FFF-457A-A207-9553EDCBCBA2}" destId="{E12B7EFF-BF6D-4EB8-836E-026801591AC5}" srcOrd="0" destOrd="0" presId="urn:microsoft.com/office/officeart/2005/8/layout/list1"/>
    <dgm:cxn modelId="{CBC6D3E4-BDF4-4A39-9C64-D741FBACED50}" type="presParOf" srcId="{AA40F68D-9FFF-457A-A207-9553EDCBCBA2}" destId="{46FA1750-9A88-45C2-8493-F92A639A5E51}" srcOrd="1" destOrd="0" presId="urn:microsoft.com/office/officeart/2005/8/layout/list1"/>
    <dgm:cxn modelId="{5A9A2C0E-7A8A-4399-97E1-3AC77B002F4F}" type="presParOf" srcId="{D56173A5-49B9-492F-ACA9-81918605292D}" destId="{221DEB96-2E7B-43CF-B47E-66A4F1CDAB2D}" srcOrd="1" destOrd="0" presId="urn:microsoft.com/office/officeart/2005/8/layout/list1"/>
    <dgm:cxn modelId="{4E827593-11D9-4EAB-9703-2B2DEEF550D5}" type="presParOf" srcId="{D56173A5-49B9-492F-ACA9-81918605292D}" destId="{CA0909E5-44BE-4EF3-8B68-4270BD2CF06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3452C3-836E-409D-AA50-CF26609671EA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Simple Maintenance</a:t>
          </a:r>
        </a:p>
      </dgm:t>
    </dgm:pt>
    <dgm:pt modelId="{15272EB4-BCE2-4209-B371-C1FE3E176853}" type="parTrans" cxnId="{5D0E156B-78E8-400A-AB93-A459E5730681}">
      <dgm:prSet/>
      <dgm:spPr/>
    </dgm:pt>
    <dgm:pt modelId="{65441A1A-13A2-4D4A-A8F5-AD6E7651EFB7}" type="sibTrans" cxnId="{5D0E156B-78E8-400A-AB93-A459E5730681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AA40F68D-9FFF-457A-A207-9553EDCBCBA2}" type="pres">
      <dgm:prSet presAssocID="{B43452C3-836E-409D-AA50-CF26609671EA}" presName="parentLin" presStyleCnt="0"/>
      <dgm:spPr/>
    </dgm:pt>
    <dgm:pt modelId="{E12B7EFF-BF6D-4EB8-836E-026801591AC5}" type="pres">
      <dgm:prSet presAssocID="{B43452C3-836E-409D-AA50-CF26609671EA}" presName="parentLeftMargin" presStyleLbl="node1" presStyleIdx="0" presStyleCnt="1"/>
      <dgm:spPr/>
    </dgm:pt>
    <dgm:pt modelId="{46FA1750-9A88-45C2-8493-F92A639A5E51}" type="pres">
      <dgm:prSet presAssocID="{B43452C3-836E-409D-AA50-CF26609671E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21DEB96-2E7B-43CF-B47E-66A4F1CDAB2D}" type="pres">
      <dgm:prSet presAssocID="{B43452C3-836E-409D-AA50-CF26609671EA}" presName="negativeSpace" presStyleCnt="0"/>
      <dgm:spPr/>
    </dgm:pt>
    <dgm:pt modelId="{CA0909E5-44BE-4EF3-8B68-4270BD2CF067}" type="pres">
      <dgm:prSet presAssocID="{B43452C3-836E-409D-AA50-CF26609671E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AE455067-D092-428A-8AB5-D992A1AAFE09}" type="presOf" srcId="{B43452C3-836E-409D-AA50-CF26609671EA}" destId="{46FA1750-9A88-45C2-8493-F92A639A5E51}" srcOrd="1" destOrd="0" presId="urn:microsoft.com/office/officeart/2005/8/layout/list1"/>
    <dgm:cxn modelId="{5D0E156B-78E8-400A-AB93-A459E5730681}" srcId="{20B55D71-F065-44E7-B932-09B4F1C2D9CC}" destId="{B43452C3-836E-409D-AA50-CF26609671EA}" srcOrd="0" destOrd="0" parTransId="{15272EB4-BCE2-4209-B371-C1FE3E176853}" sibTransId="{65441A1A-13A2-4D4A-A8F5-AD6E7651EFB7}"/>
    <dgm:cxn modelId="{A54D9C9E-0364-4E57-831D-989E7F262BAA}" type="presOf" srcId="{B43452C3-836E-409D-AA50-CF26609671EA}" destId="{E12B7EFF-BF6D-4EB8-836E-026801591AC5}" srcOrd="0" destOrd="0" presId="urn:microsoft.com/office/officeart/2005/8/layout/list1"/>
    <dgm:cxn modelId="{064D918A-CA29-4A59-82B2-BB6BA316A528}" type="presParOf" srcId="{D56173A5-49B9-492F-ACA9-81918605292D}" destId="{AA40F68D-9FFF-457A-A207-9553EDCBCBA2}" srcOrd="0" destOrd="0" presId="urn:microsoft.com/office/officeart/2005/8/layout/list1"/>
    <dgm:cxn modelId="{FE9C3602-F94A-40FF-B9B5-554343F9E1BC}" type="presParOf" srcId="{AA40F68D-9FFF-457A-A207-9553EDCBCBA2}" destId="{E12B7EFF-BF6D-4EB8-836E-026801591AC5}" srcOrd="0" destOrd="0" presId="urn:microsoft.com/office/officeart/2005/8/layout/list1"/>
    <dgm:cxn modelId="{AE5EBDC8-0BF1-403E-9500-F686B5C74B9F}" type="presParOf" srcId="{AA40F68D-9FFF-457A-A207-9553EDCBCBA2}" destId="{46FA1750-9A88-45C2-8493-F92A639A5E51}" srcOrd="1" destOrd="0" presId="urn:microsoft.com/office/officeart/2005/8/layout/list1"/>
    <dgm:cxn modelId="{564A1C05-F685-46AD-8F04-CE6A10BD838C}" type="presParOf" srcId="{D56173A5-49B9-492F-ACA9-81918605292D}" destId="{221DEB96-2E7B-43CF-B47E-66A4F1CDAB2D}" srcOrd="1" destOrd="0" presId="urn:microsoft.com/office/officeart/2005/8/layout/list1"/>
    <dgm:cxn modelId="{CAE0C055-6179-401D-88D6-529D26167763}" type="presParOf" srcId="{D56173A5-49B9-492F-ACA9-81918605292D}" destId="{CA0909E5-44BE-4EF3-8B68-4270BD2CF06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3452C3-836E-409D-AA50-CF26609671EA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App based intuitive data access</a:t>
          </a:r>
        </a:p>
      </dgm:t>
    </dgm:pt>
    <dgm:pt modelId="{15272EB4-BCE2-4209-B371-C1FE3E176853}" type="parTrans" cxnId="{5D0E156B-78E8-400A-AB93-A459E5730681}">
      <dgm:prSet/>
      <dgm:spPr/>
    </dgm:pt>
    <dgm:pt modelId="{65441A1A-13A2-4D4A-A8F5-AD6E7651EFB7}" type="sibTrans" cxnId="{5D0E156B-78E8-400A-AB93-A459E5730681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AA40F68D-9FFF-457A-A207-9553EDCBCBA2}" type="pres">
      <dgm:prSet presAssocID="{B43452C3-836E-409D-AA50-CF26609671EA}" presName="parentLin" presStyleCnt="0"/>
      <dgm:spPr/>
    </dgm:pt>
    <dgm:pt modelId="{E12B7EFF-BF6D-4EB8-836E-026801591AC5}" type="pres">
      <dgm:prSet presAssocID="{B43452C3-836E-409D-AA50-CF26609671EA}" presName="parentLeftMargin" presStyleLbl="node1" presStyleIdx="0" presStyleCnt="1"/>
      <dgm:spPr/>
    </dgm:pt>
    <dgm:pt modelId="{46FA1750-9A88-45C2-8493-F92A639A5E51}" type="pres">
      <dgm:prSet presAssocID="{B43452C3-836E-409D-AA50-CF26609671E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21DEB96-2E7B-43CF-B47E-66A4F1CDAB2D}" type="pres">
      <dgm:prSet presAssocID="{B43452C3-836E-409D-AA50-CF26609671EA}" presName="negativeSpace" presStyleCnt="0"/>
      <dgm:spPr/>
    </dgm:pt>
    <dgm:pt modelId="{CA0909E5-44BE-4EF3-8B68-4270BD2CF067}" type="pres">
      <dgm:prSet presAssocID="{B43452C3-836E-409D-AA50-CF26609671E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9EC8A336-6B81-41BE-8AFC-99E58BA810D1}" type="presOf" srcId="{B43452C3-836E-409D-AA50-CF26609671EA}" destId="{46FA1750-9A88-45C2-8493-F92A639A5E51}" srcOrd="1" destOrd="0" presId="urn:microsoft.com/office/officeart/2005/8/layout/list1"/>
    <dgm:cxn modelId="{99CDA662-F11A-46AB-AD1E-45DA607001FF}" type="presOf" srcId="{B43452C3-836E-409D-AA50-CF26609671EA}" destId="{E12B7EFF-BF6D-4EB8-836E-026801591AC5}" srcOrd="0" destOrd="0" presId="urn:microsoft.com/office/officeart/2005/8/layout/list1"/>
    <dgm:cxn modelId="{5D0E156B-78E8-400A-AB93-A459E5730681}" srcId="{20B55D71-F065-44E7-B932-09B4F1C2D9CC}" destId="{B43452C3-836E-409D-AA50-CF26609671EA}" srcOrd="0" destOrd="0" parTransId="{15272EB4-BCE2-4209-B371-C1FE3E176853}" sibTransId="{65441A1A-13A2-4D4A-A8F5-AD6E7651EFB7}"/>
    <dgm:cxn modelId="{BE50DFFA-425D-4B74-8C93-228B3267B6E0}" type="presParOf" srcId="{D56173A5-49B9-492F-ACA9-81918605292D}" destId="{AA40F68D-9FFF-457A-A207-9553EDCBCBA2}" srcOrd="0" destOrd="0" presId="urn:microsoft.com/office/officeart/2005/8/layout/list1"/>
    <dgm:cxn modelId="{2A219AE1-05F6-46D0-9526-27F4F32CBF4E}" type="presParOf" srcId="{AA40F68D-9FFF-457A-A207-9553EDCBCBA2}" destId="{E12B7EFF-BF6D-4EB8-836E-026801591AC5}" srcOrd="0" destOrd="0" presId="urn:microsoft.com/office/officeart/2005/8/layout/list1"/>
    <dgm:cxn modelId="{1F6F750F-30BD-4DCB-968B-B139466DFF57}" type="presParOf" srcId="{AA40F68D-9FFF-457A-A207-9553EDCBCBA2}" destId="{46FA1750-9A88-45C2-8493-F92A639A5E51}" srcOrd="1" destOrd="0" presId="urn:microsoft.com/office/officeart/2005/8/layout/list1"/>
    <dgm:cxn modelId="{4A084733-DD27-44A6-8904-9845A24D99E3}" type="presParOf" srcId="{D56173A5-49B9-492F-ACA9-81918605292D}" destId="{221DEB96-2E7B-43CF-B47E-66A4F1CDAB2D}" srcOrd="1" destOrd="0" presId="urn:microsoft.com/office/officeart/2005/8/layout/list1"/>
    <dgm:cxn modelId="{08FD687A-B45B-4978-AA5E-B6D940E375EB}" type="presParOf" srcId="{D56173A5-49B9-492F-ACA9-81918605292D}" destId="{CA0909E5-44BE-4EF3-8B68-4270BD2CF06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A1F8523-C226-4089-9F0F-636261430739}" type="doc">
      <dgm:prSet loTypeId="urn:microsoft.com/office/officeart/2005/8/layout/chevron2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94A6A456-CE36-4A5F-8E6C-2A00E87B5430}">
      <dgm:prSet phldr="0" custT="1"/>
      <dgm:spPr/>
      <dgm:t>
        <a:bodyPr/>
        <a:lstStyle/>
        <a:p>
          <a:r>
            <a:rPr lang="en-US" sz="2000" b="1" i="1">
              <a:solidFill>
                <a:schemeClr val="tx2">
                  <a:lumMod val="76000"/>
                  <a:lumOff val="24000"/>
                </a:schemeClr>
              </a:solidFill>
              <a:latin typeface="Aptos Display" panose="020F0302020204030204"/>
            </a:rPr>
            <a:t>Prototype Demonstration</a:t>
          </a:r>
          <a:endParaRPr lang="en-US" sz="2000" b="1" i="1">
            <a:solidFill>
              <a:srgbClr val="000000"/>
            </a:solidFill>
            <a:latin typeface="Aptos Display" panose="020F0302020204030204"/>
          </a:endParaRPr>
        </a:p>
      </dgm:t>
    </dgm:pt>
    <dgm:pt modelId="{E911EFE5-6173-4977-A808-A0F45942A301}" type="parTrans" cxnId="{6C54AE12-73F8-49AF-B218-415EC7876181}">
      <dgm:prSet/>
      <dgm:spPr/>
    </dgm:pt>
    <dgm:pt modelId="{7CF3FC6F-73CD-4B44-AABD-9061E5CBD354}" type="sibTrans" cxnId="{6C54AE12-73F8-49AF-B218-415EC7876181}">
      <dgm:prSet/>
      <dgm:spPr/>
    </dgm:pt>
    <dgm:pt modelId="{25E0DFBF-FFF4-4D8D-ADC3-A9E7517AB38F}">
      <dgm:prSet phldr="0"/>
      <dgm:spPr/>
      <dgm:t>
        <a:bodyPr/>
        <a:lstStyle/>
        <a:p>
          <a:pPr rtl="0"/>
          <a:endParaRPr lang="en-US" sz="2400">
            <a:latin typeface="Aptos Display" panose="020F0302020204030204"/>
          </a:endParaRPr>
        </a:p>
      </dgm:t>
    </dgm:pt>
    <dgm:pt modelId="{C33AFC2A-C1C9-4C29-8DE2-241427671415}" type="parTrans" cxnId="{EC1DCE56-D474-48B6-B4C6-3FC96FB692D8}">
      <dgm:prSet/>
      <dgm:spPr/>
    </dgm:pt>
    <dgm:pt modelId="{AE2E5FA0-3288-4B51-9978-1E3F9E523BBF}" type="sibTrans" cxnId="{EC1DCE56-D474-48B6-B4C6-3FC96FB692D8}">
      <dgm:prSet/>
      <dgm:spPr/>
    </dgm:pt>
    <dgm:pt modelId="{37E8904E-805F-4D51-A60E-F9F02E53754D}" type="pres">
      <dgm:prSet presAssocID="{BA1F8523-C226-4089-9F0F-636261430739}" presName="linearFlow" presStyleCnt="0">
        <dgm:presLayoutVars>
          <dgm:dir/>
          <dgm:animLvl val="lvl"/>
          <dgm:resizeHandles val="exact"/>
        </dgm:presLayoutVars>
      </dgm:prSet>
      <dgm:spPr/>
    </dgm:pt>
    <dgm:pt modelId="{C4E39C5E-FFE0-4FDA-88D7-76E7138D0694}" type="pres">
      <dgm:prSet presAssocID="{25E0DFBF-FFF4-4D8D-ADC3-A9E7517AB38F}" presName="composite" presStyleCnt="0"/>
      <dgm:spPr/>
    </dgm:pt>
    <dgm:pt modelId="{D634EE9F-B4E2-4D36-B2B5-B1BFEFE29A7B}" type="pres">
      <dgm:prSet presAssocID="{25E0DFBF-FFF4-4D8D-ADC3-A9E7517AB38F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A47C4B1C-11DC-4B33-A675-CE13949124DA}" type="pres">
      <dgm:prSet presAssocID="{25E0DFBF-FFF4-4D8D-ADC3-A9E7517AB38F}" presName="descendantText" presStyleLbl="alignAcc1" presStyleIdx="0" presStyleCnt="1">
        <dgm:presLayoutVars>
          <dgm:bulletEnabled val="1"/>
        </dgm:presLayoutVars>
      </dgm:prSet>
      <dgm:spPr/>
    </dgm:pt>
  </dgm:ptLst>
  <dgm:cxnLst>
    <dgm:cxn modelId="{6C54AE12-73F8-49AF-B218-415EC7876181}" srcId="{25E0DFBF-FFF4-4D8D-ADC3-A9E7517AB38F}" destId="{94A6A456-CE36-4A5F-8E6C-2A00E87B5430}" srcOrd="0" destOrd="0" parTransId="{E911EFE5-6173-4977-A808-A0F45942A301}" sibTransId="{7CF3FC6F-73CD-4B44-AABD-9061E5CBD354}"/>
    <dgm:cxn modelId="{B0108D2A-6233-4DB8-99BA-9EB93FB46B02}" type="presOf" srcId="{94A6A456-CE36-4A5F-8E6C-2A00E87B5430}" destId="{A47C4B1C-11DC-4B33-A675-CE13949124DA}" srcOrd="0" destOrd="0" presId="urn:microsoft.com/office/officeart/2005/8/layout/chevron2"/>
    <dgm:cxn modelId="{0EDDDC39-0477-45F8-9BFA-7D58FDA01493}" type="presOf" srcId="{BA1F8523-C226-4089-9F0F-636261430739}" destId="{37E8904E-805F-4D51-A60E-F9F02E53754D}" srcOrd="0" destOrd="0" presId="urn:microsoft.com/office/officeart/2005/8/layout/chevron2"/>
    <dgm:cxn modelId="{EC1DCE56-D474-48B6-B4C6-3FC96FB692D8}" srcId="{BA1F8523-C226-4089-9F0F-636261430739}" destId="{25E0DFBF-FFF4-4D8D-ADC3-A9E7517AB38F}" srcOrd="0" destOrd="0" parTransId="{C33AFC2A-C1C9-4C29-8DE2-241427671415}" sibTransId="{AE2E5FA0-3288-4B51-9978-1E3F9E523BBF}"/>
    <dgm:cxn modelId="{C02F9C89-0622-4E6B-9429-F57B307D4A7D}" type="presOf" srcId="{25E0DFBF-FFF4-4D8D-ADC3-A9E7517AB38F}" destId="{D634EE9F-B4E2-4D36-B2B5-B1BFEFE29A7B}" srcOrd="0" destOrd="0" presId="urn:microsoft.com/office/officeart/2005/8/layout/chevron2"/>
    <dgm:cxn modelId="{3098FA4D-0A5D-496D-80B3-49D8CE1590F6}" type="presParOf" srcId="{37E8904E-805F-4D51-A60E-F9F02E53754D}" destId="{C4E39C5E-FFE0-4FDA-88D7-76E7138D0694}" srcOrd="0" destOrd="0" presId="urn:microsoft.com/office/officeart/2005/8/layout/chevron2"/>
    <dgm:cxn modelId="{F0673056-5902-480D-BF16-02A88922B685}" type="presParOf" srcId="{C4E39C5E-FFE0-4FDA-88D7-76E7138D0694}" destId="{D634EE9F-B4E2-4D36-B2B5-B1BFEFE29A7B}" srcOrd="0" destOrd="0" presId="urn:microsoft.com/office/officeart/2005/8/layout/chevron2"/>
    <dgm:cxn modelId="{AA90CFBC-F927-4ACE-9F89-1F094C11F1F8}" type="presParOf" srcId="{C4E39C5E-FFE0-4FDA-88D7-76E7138D0694}" destId="{A47C4B1C-11DC-4B33-A675-CE13949124D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2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3452C3-836E-409D-AA50-CF26609671EA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Centralized Data Access</a:t>
          </a:r>
        </a:p>
      </dgm:t>
    </dgm:pt>
    <dgm:pt modelId="{15272EB4-BCE2-4209-B371-C1FE3E176853}" type="parTrans" cxnId="{5D0E156B-78E8-400A-AB93-A459E5730681}">
      <dgm:prSet/>
      <dgm:spPr/>
    </dgm:pt>
    <dgm:pt modelId="{65441A1A-13A2-4D4A-A8F5-AD6E7651EFB7}" type="sibTrans" cxnId="{5D0E156B-78E8-400A-AB93-A459E5730681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AA40F68D-9FFF-457A-A207-9553EDCBCBA2}" type="pres">
      <dgm:prSet presAssocID="{B43452C3-836E-409D-AA50-CF26609671EA}" presName="parentLin" presStyleCnt="0"/>
      <dgm:spPr/>
    </dgm:pt>
    <dgm:pt modelId="{E12B7EFF-BF6D-4EB8-836E-026801591AC5}" type="pres">
      <dgm:prSet presAssocID="{B43452C3-836E-409D-AA50-CF26609671EA}" presName="parentLeftMargin" presStyleLbl="node1" presStyleIdx="0" presStyleCnt="1"/>
      <dgm:spPr/>
    </dgm:pt>
    <dgm:pt modelId="{46FA1750-9A88-45C2-8493-F92A639A5E51}" type="pres">
      <dgm:prSet presAssocID="{B43452C3-836E-409D-AA50-CF26609671E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21DEB96-2E7B-43CF-B47E-66A4F1CDAB2D}" type="pres">
      <dgm:prSet presAssocID="{B43452C3-836E-409D-AA50-CF26609671EA}" presName="negativeSpace" presStyleCnt="0"/>
      <dgm:spPr/>
    </dgm:pt>
    <dgm:pt modelId="{CA0909E5-44BE-4EF3-8B68-4270BD2CF067}" type="pres">
      <dgm:prSet presAssocID="{B43452C3-836E-409D-AA50-CF26609671E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FCC11133-3870-48DD-A960-C310FD71DD38}" type="presOf" srcId="{B43452C3-836E-409D-AA50-CF26609671EA}" destId="{E12B7EFF-BF6D-4EB8-836E-026801591AC5}" srcOrd="0" destOrd="0" presId="urn:microsoft.com/office/officeart/2005/8/layout/list1"/>
    <dgm:cxn modelId="{BF4DA645-F108-494C-8635-F949DC68D42A}" type="presOf" srcId="{B43452C3-836E-409D-AA50-CF26609671EA}" destId="{46FA1750-9A88-45C2-8493-F92A639A5E51}" srcOrd="1" destOrd="0" presId="urn:microsoft.com/office/officeart/2005/8/layout/list1"/>
    <dgm:cxn modelId="{5D0E156B-78E8-400A-AB93-A459E5730681}" srcId="{20B55D71-F065-44E7-B932-09B4F1C2D9CC}" destId="{B43452C3-836E-409D-AA50-CF26609671EA}" srcOrd="0" destOrd="0" parTransId="{15272EB4-BCE2-4209-B371-C1FE3E176853}" sibTransId="{65441A1A-13A2-4D4A-A8F5-AD6E7651EFB7}"/>
    <dgm:cxn modelId="{41DAB4D9-6C77-4807-81E0-39B642DBC9F6}" type="presParOf" srcId="{D56173A5-49B9-492F-ACA9-81918605292D}" destId="{AA40F68D-9FFF-457A-A207-9553EDCBCBA2}" srcOrd="0" destOrd="0" presId="urn:microsoft.com/office/officeart/2005/8/layout/list1"/>
    <dgm:cxn modelId="{5954DD9B-9075-4BC4-B93E-2BDE87C38BAC}" type="presParOf" srcId="{AA40F68D-9FFF-457A-A207-9553EDCBCBA2}" destId="{E12B7EFF-BF6D-4EB8-836E-026801591AC5}" srcOrd="0" destOrd="0" presId="urn:microsoft.com/office/officeart/2005/8/layout/list1"/>
    <dgm:cxn modelId="{84C7AF70-53B5-4480-8CAA-886C967D71EC}" type="presParOf" srcId="{AA40F68D-9FFF-457A-A207-9553EDCBCBA2}" destId="{46FA1750-9A88-45C2-8493-F92A639A5E51}" srcOrd="1" destOrd="0" presId="urn:microsoft.com/office/officeart/2005/8/layout/list1"/>
    <dgm:cxn modelId="{7BB82B68-6DDB-4E6C-9351-67E62EE36BDE}" type="presParOf" srcId="{D56173A5-49B9-492F-ACA9-81918605292D}" destId="{221DEB96-2E7B-43CF-B47E-66A4F1CDAB2D}" srcOrd="1" destOrd="0" presId="urn:microsoft.com/office/officeart/2005/8/layout/list1"/>
    <dgm:cxn modelId="{1CC0B54B-3115-4E4B-AE7A-0EC7ED790C3A}" type="presParOf" srcId="{D56173A5-49B9-492F-ACA9-81918605292D}" destId="{CA0909E5-44BE-4EF3-8B68-4270BD2CF06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3452C3-836E-409D-AA50-CF26609671EA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Intuitive User Interface</a:t>
          </a:r>
          <a:endParaRPr lang="en-US" sz="1400" b="0" i="0">
            <a:solidFill>
              <a:srgbClr val="FFFFFF"/>
            </a:solidFill>
            <a:latin typeface="Lucida Bright"/>
            <a:ea typeface="+mn-ea"/>
            <a:cs typeface="+mn-cs"/>
          </a:endParaRPr>
        </a:p>
      </dgm:t>
    </dgm:pt>
    <dgm:pt modelId="{15272EB4-BCE2-4209-B371-C1FE3E176853}" type="parTrans" cxnId="{5D0E156B-78E8-400A-AB93-A459E5730681}">
      <dgm:prSet/>
      <dgm:spPr/>
    </dgm:pt>
    <dgm:pt modelId="{65441A1A-13A2-4D4A-A8F5-AD6E7651EFB7}" type="sibTrans" cxnId="{5D0E156B-78E8-400A-AB93-A459E5730681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AA40F68D-9FFF-457A-A207-9553EDCBCBA2}" type="pres">
      <dgm:prSet presAssocID="{B43452C3-836E-409D-AA50-CF26609671EA}" presName="parentLin" presStyleCnt="0"/>
      <dgm:spPr/>
    </dgm:pt>
    <dgm:pt modelId="{E12B7EFF-BF6D-4EB8-836E-026801591AC5}" type="pres">
      <dgm:prSet presAssocID="{B43452C3-836E-409D-AA50-CF26609671EA}" presName="parentLeftMargin" presStyleLbl="node1" presStyleIdx="0" presStyleCnt="1"/>
      <dgm:spPr/>
    </dgm:pt>
    <dgm:pt modelId="{46FA1750-9A88-45C2-8493-F92A639A5E51}" type="pres">
      <dgm:prSet presAssocID="{B43452C3-836E-409D-AA50-CF26609671E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21DEB96-2E7B-43CF-B47E-66A4F1CDAB2D}" type="pres">
      <dgm:prSet presAssocID="{B43452C3-836E-409D-AA50-CF26609671EA}" presName="negativeSpace" presStyleCnt="0"/>
      <dgm:spPr/>
    </dgm:pt>
    <dgm:pt modelId="{CA0909E5-44BE-4EF3-8B68-4270BD2CF067}" type="pres">
      <dgm:prSet presAssocID="{B43452C3-836E-409D-AA50-CF26609671E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B036AA22-F46D-4836-AA41-6E954151FCDC}" type="presOf" srcId="{B43452C3-836E-409D-AA50-CF26609671EA}" destId="{46FA1750-9A88-45C2-8493-F92A639A5E51}" srcOrd="1" destOrd="0" presId="urn:microsoft.com/office/officeart/2005/8/layout/list1"/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5D0E156B-78E8-400A-AB93-A459E5730681}" srcId="{20B55D71-F065-44E7-B932-09B4F1C2D9CC}" destId="{B43452C3-836E-409D-AA50-CF26609671EA}" srcOrd="0" destOrd="0" parTransId="{15272EB4-BCE2-4209-B371-C1FE3E176853}" sibTransId="{65441A1A-13A2-4D4A-A8F5-AD6E7651EFB7}"/>
    <dgm:cxn modelId="{48F3707D-6098-4511-912D-2373B734737C}" type="presOf" srcId="{B43452C3-836E-409D-AA50-CF26609671EA}" destId="{E12B7EFF-BF6D-4EB8-836E-026801591AC5}" srcOrd="0" destOrd="0" presId="urn:microsoft.com/office/officeart/2005/8/layout/list1"/>
    <dgm:cxn modelId="{A5ED8F5F-BA62-48AA-BCFB-EC4F1FE9049A}" type="presParOf" srcId="{D56173A5-49B9-492F-ACA9-81918605292D}" destId="{AA40F68D-9FFF-457A-A207-9553EDCBCBA2}" srcOrd="0" destOrd="0" presId="urn:microsoft.com/office/officeart/2005/8/layout/list1"/>
    <dgm:cxn modelId="{553ED23C-F6BB-4BF5-A101-2063C98FEEC8}" type="presParOf" srcId="{AA40F68D-9FFF-457A-A207-9553EDCBCBA2}" destId="{E12B7EFF-BF6D-4EB8-836E-026801591AC5}" srcOrd="0" destOrd="0" presId="urn:microsoft.com/office/officeart/2005/8/layout/list1"/>
    <dgm:cxn modelId="{864CCF7B-981C-4EE1-9EBA-0805A412E4CD}" type="presParOf" srcId="{AA40F68D-9FFF-457A-A207-9553EDCBCBA2}" destId="{46FA1750-9A88-45C2-8493-F92A639A5E51}" srcOrd="1" destOrd="0" presId="urn:microsoft.com/office/officeart/2005/8/layout/list1"/>
    <dgm:cxn modelId="{487EC54E-60CB-4670-ABE6-4D07D90C8D3A}" type="presParOf" srcId="{D56173A5-49B9-492F-ACA9-81918605292D}" destId="{221DEB96-2E7B-43CF-B47E-66A4F1CDAB2D}" srcOrd="1" destOrd="0" presId="urn:microsoft.com/office/officeart/2005/8/layout/list1"/>
    <dgm:cxn modelId="{5D83AAEE-6D07-4F9A-8155-B01CF7142F36}" type="presParOf" srcId="{D56173A5-49B9-492F-ACA9-81918605292D}" destId="{CA0909E5-44BE-4EF3-8B68-4270BD2CF06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603C61-08A3-4D4F-AA64-B4F0DC08B086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Real-Time Data Reporting</a:t>
          </a:r>
        </a:p>
      </dgm:t>
    </dgm:pt>
    <dgm:pt modelId="{4240A10F-2C36-42C1-B120-73C0A12EE93B}" type="parTrans" cxnId="{ACDB5C2E-18C6-4C3C-95F7-6116A5476726}">
      <dgm:prSet/>
      <dgm:spPr/>
    </dgm:pt>
    <dgm:pt modelId="{D108D5D7-2F4F-42DD-9B50-9CB26F149F53}" type="sibTrans" cxnId="{ACDB5C2E-18C6-4C3C-95F7-6116A5476726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69A4C0C2-AF45-42B1-BECD-B866E2341972}" type="pres">
      <dgm:prSet presAssocID="{F7603C61-08A3-4D4F-AA64-B4F0DC08B086}" presName="parentLin" presStyleCnt="0"/>
      <dgm:spPr/>
    </dgm:pt>
    <dgm:pt modelId="{8B3DEA92-A1D6-4A44-961C-8B2B17C9F9B3}" type="pres">
      <dgm:prSet presAssocID="{F7603C61-08A3-4D4F-AA64-B4F0DC08B086}" presName="parentLeftMargin" presStyleLbl="node1" presStyleIdx="0" presStyleCnt="1"/>
      <dgm:spPr/>
    </dgm:pt>
    <dgm:pt modelId="{880F4C9A-348E-4426-90B7-0138375ADF2D}" type="pres">
      <dgm:prSet presAssocID="{F7603C61-08A3-4D4F-AA64-B4F0DC08B08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47D39BB-4811-49BC-8211-95EF40A0976E}" type="pres">
      <dgm:prSet presAssocID="{F7603C61-08A3-4D4F-AA64-B4F0DC08B086}" presName="negativeSpace" presStyleCnt="0"/>
      <dgm:spPr/>
    </dgm:pt>
    <dgm:pt modelId="{1028D871-E525-4F8D-AECA-A0E7C9D55085}" type="pres">
      <dgm:prSet presAssocID="{F7603C61-08A3-4D4F-AA64-B4F0DC08B08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ACDB5C2E-18C6-4C3C-95F7-6116A5476726}" srcId="{20B55D71-F065-44E7-B932-09B4F1C2D9CC}" destId="{F7603C61-08A3-4D4F-AA64-B4F0DC08B086}" srcOrd="0" destOrd="0" parTransId="{4240A10F-2C36-42C1-B120-73C0A12EE93B}" sibTransId="{D108D5D7-2F4F-42DD-9B50-9CB26F149F53}"/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A6A9D5C1-DEB0-468D-AF40-2AF80F618848}" type="presOf" srcId="{F7603C61-08A3-4D4F-AA64-B4F0DC08B086}" destId="{8B3DEA92-A1D6-4A44-961C-8B2B17C9F9B3}" srcOrd="0" destOrd="0" presId="urn:microsoft.com/office/officeart/2005/8/layout/list1"/>
    <dgm:cxn modelId="{29CB38E5-138B-4054-A36E-13594ED0C582}" type="presOf" srcId="{F7603C61-08A3-4D4F-AA64-B4F0DC08B086}" destId="{880F4C9A-348E-4426-90B7-0138375ADF2D}" srcOrd="1" destOrd="0" presId="urn:microsoft.com/office/officeart/2005/8/layout/list1"/>
    <dgm:cxn modelId="{8433CC46-BEEE-4A7F-BDC2-E863F054C9E6}" type="presParOf" srcId="{D56173A5-49B9-492F-ACA9-81918605292D}" destId="{69A4C0C2-AF45-42B1-BECD-B866E2341972}" srcOrd="0" destOrd="0" presId="urn:microsoft.com/office/officeart/2005/8/layout/list1"/>
    <dgm:cxn modelId="{CD2049D4-8FC5-4B6A-9D16-B694D06CAF27}" type="presParOf" srcId="{69A4C0C2-AF45-42B1-BECD-B866E2341972}" destId="{8B3DEA92-A1D6-4A44-961C-8B2B17C9F9B3}" srcOrd="0" destOrd="0" presId="urn:microsoft.com/office/officeart/2005/8/layout/list1"/>
    <dgm:cxn modelId="{161184B9-9C3A-4A32-B00E-3076DABDEB3C}" type="presParOf" srcId="{69A4C0C2-AF45-42B1-BECD-B866E2341972}" destId="{880F4C9A-348E-4426-90B7-0138375ADF2D}" srcOrd="1" destOrd="0" presId="urn:microsoft.com/office/officeart/2005/8/layout/list1"/>
    <dgm:cxn modelId="{98A97DEF-851C-41AD-9642-366FE7A1D89E}" type="presParOf" srcId="{D56173A5-49B9-492F-ACA9-81918605292D}" destId="{347D39BB-4811-49BC-8211-95EF40A0976E}" srcOrd="1" destOrd="0" presId="urn:microsoft.com/office/officeart/2005/8/layout/list1"/>
    <dgm:cxn modelId="{6F27F987-54A1-4F66-8F02-79E299901515}" type="presParOf" srcId="{D56173A5-49B9-492F-ACA9-81918605292D}" destId="{1028D871-E525-4F8D-AECA-A0E7C9D55085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603C61-08A3-4D4F-AA64-B4F0DC08B086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Easy, On the Go access</a:t>
          </a:r>
        </a:p>
      </dgm:t>
    </dgm:pt>
    <dgm:pt modelId="{4240A10F-2C36-42C1-B120-73C0A12EE93B}" type="parTrans" cxnId="{ACDB5C2E-18C6-4C3C-95F7-6116A5476726}">
      <dgm:prSet/>
      <dgm:spPr/>
    </dgm:pt>
    <dgm:pt modelId="{D108D5D7-2F4F-42DD-9B50-9CB26F149F53}" type="sibTrans" cxnId="{ACDB5C2E-18C6-4C3C-95F7-6116A5476726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69A4C0C2-AF45-42B1-BECD-B866E2341972}" type="pres">
      <dgm:prSet presAssocID="{F7603C61-08A3-4D4F-AA64-B4F0DC08B086}" presName="parentLin" presStyleCnt="0"/>
      <dgm:spPr/>
    </dgm:pt>
    <dgm:pt modelId="{8B3DEA92-A1D6-4A44-961C-8B2B17C9F9B3}" type="pres">
      <dgm:prSet presAssocID="{F7603C61-08A3-4D4F-AA64-B4F0DC08B086}" presName="parentLeftMargin" presStyleLbl="node1" presStyleIdx="0" presStyleCnt="1"/>
      <dgm:spPr/>
    </dgm:pt>
    <dgm:pt modelId="{880F4C9A-348E-4426-90B7-0138375ADF2D}" type="pres">
      <dgm:prSet presAssocID="{F7603C61-08A3-4D4F-AA64-B4F0DC08B08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47D39BB-4811-49BC-8211-95EF40A0976E}" type="pres">
      <dgm:prSet presAssocID="{F7603C61-08A3-4D4F-AA64-B4F0DC08B086}" presName="negativeSpace" presStyleCnt="0"/>
      <dgm:spPr/>
    </dgm:pt>
    <dgm:pt modelId="{1028D871-E525-4F8D-AECA-A0E7C9D55085}" type="pres">
      <dgm:prSet presAssocID="{F7603C61-08A3-4D4F-AA64-B4F0DC08B08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ACDB5C2E-18C6-4C3C-95F7-6116A5476726}" srcId="{20B55D71-F065-44E7-B932-09B4F1C2D9CC}" destId="{F7603C61-08A3-4D4F-AA64-B4F0DC08B086}" srcOrd="0" destOrd="0" parTransId="{4240A10F-2C36-42C1-B120-73C0A12EE93B}" sibTransId="{D108D5D7-2F4F-42DD-9B50-9CB26F149F53}"/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A6A9D5C1-DEB0-468D-AF40-2AF80F618848}" type="presOf" srcId="{F7603C61-08A3-4D4F-AA64-B4F0DC08B086}" destId="{8B3DEA92-A1D6-4A44-961C-8B2B17C9F9B3}" srcOrd="0" destOrd="0" presId="urn:microsoft.com/office/officeart/2005/8/layout/list1"/>
    <dgm:cxn modelId="{29CB38E5-138B-4054-A36E-13594ED0C582}" type="presOf" srcId="{F7603C61-08A3-4D4F-AA64-B4F0DC08B086}" destId="{880F4C9A-348E-4426-90B7-0138375ADF2D}" srcOrd="1" destOrd="0" presId="urn:microsoft.com/office/officeart/2005/8/layout/list1"/>
    <dgm:cxn modelId="{8433CC46-BEEE-4A7F-BDC2-E863F054C9E6}" type="presParOf" srcId="{D56173A5-49B9-492F-ACA9-81918605292D}" destId="{69A4C0C2-AF45-42B1-BECD-B866E2341972}" srcOrd="0" destOrd="0" presId="urn:microsoft.com/office/officeart/2005/8/layout/list1"/>
    <dgm:cxn modelId="{CD2049D4-8FC5-4B6A-9D16-B694D06CAF27}" type="presParOf" srcId="{69A4C0C2-AF45-42B1-BECD-B866E2341972}" destId="{8B3DEA92-A1D6-4A44-961C-8B2B17C9F9B3}" srcOrd="0" destOrd="0" presId="urn:microsoft.com/office/officeart/2005/8/layout/list1"/>
    <dgm:cxn modelId="{161184B9-9C3A-4A32-B00E-3076DABDEB3C}" type="presParOf" srcId="{69A4C0C2-AF45-42B1-BECD-B866E2341972}" destId="{880F4C9A-348E-4426-90B7-0138375ADF2D}" srcOrd="1" destOrd="0" presId="urn:microsoft.com/office/officeart/2005/8/layout/list1"/>
    <dgm:cxn modelId="{98A97DEF-851C-41AD-9642-366FE7A1D89E}" type="presParOf" srcId="{D56173A5-49B9-492F-ACA9-81918605292D}" destId="{347D39BB-4811-49BC-8211-95EF40A0976E}" srcOrd="1" destOrd="0" presId="urn:microsoft.com/office/officeart/2005/8/layout/list1"/>
    <dgm:cxn modelId="{6F27F987-54A1-4F66-8F02-79E299901515}" type="presParOf" srcId="{D56173A5-49B9-492F-ACA9-81918605292D}" destId="{1028D871-E525-4F8D-AECA-A0E7C9D55085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0B55D71-F065-44E7-B932-09B4F1C2D9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59AA68-F101-43F1-A473-73CBC6C9CC58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New government regulations for tracking MPs</a:t>
          </a:r>
        </a:p>
      </dgm:t>
    </dgm:pt>
    <dgm:pt modelId="{59C73996-5A81-4719-A20A-147F2900ECC8}" type="parTrans" cxnId="{F86CA68A-B89E-4B57-BB42-FDD77A59699F}">
      <dgm:prSet/>
      <dgm:spPr/>
      <dgm:t>
        <a:bodyPr/>
        <a:lstStyle/>
        <a:p>
          <a:endParaRPr lang="en-US"/>
        </a:p>
      </dgm:t>
    </dgm:pt>
    <dgm:pt modelId="{9EC76D6A-4917-4894-B390-887C4399A543}" type="sibTrans" cxnId="{F86CA68A-B89E-4B57-BB42-FDD77A59699F}">
      <dgm:prSet/>
      <dgm:spPr/>
      <dgm:t>
        <a:bodyPr/>
        <a:lstStyle/>
        <a:p>
          <a:endParaRPr lang="en-US"/>
        </a:p>
      </dgm:t>
    </dgm:pt>
    <dgm:pt modelId="{96B0E383-3A02-4B4D-A3F7-DF05F2300E89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Human health impacts from high MP levels</a:t>
          </a:r>
        </a:p>
      </dgm:t>
    </dgm:pt>
    <dgm:pt modelId="{2A70B10B-10B1-4BCF-A40C-2BD7B4A457A4}" type="parTrans" cxnId="{6FE754E0-BB79-4C2A-8FEE-47CEC3FF92C0}">
      <dgm:prSet/>
      <dgm:spPr/>
      <dgm:t>
        <a:bodyPr/>
        <a:lstStyle/>
        <a:p>
          <a:endParaRPr lang="en-US"/>
        </a:p>
      </dgm:t>
    </dgm:pt>
    <dgm:pt modelId="{949185C4-7AB9-4C76-B465-A4B2F714FE6A}" type="sibTrans" cxnId="{6FE754E0-BB79-4C2A-8FEE-47CEC3FF92C0}">
      <dgm:prSet/>
      <dgm:spPr/>
      <dgm:t>
        <a:bodyPr/>
        <a:lstStyle/>
        <a:p>
          <a:endParaRPr lang="en-US"/>
        </a:p>
      </dgm:t>
    </dgm:pt>
    <dgm:pt modelId="{5CA05C46-88AE-481D-ABA3-043F361AF391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Low-cost (relative to lab-based solutions)</a:t>
          </a:r>
        </a:p>
      </dgm:t>
    </dgm:pt>
    <dgm:pt modelId="{8BFEA901-27E9-48C9-B312-CF981484661A}" type="parTrans" cxnId="{C6554ED5-436B-4A13-A689-20EB7CCED93F}">
      <dgm:prSet/>
      <dgm:spPr/>
      <dgm:t>
        <a:bodyPr/>
        <a:lstStyle/>
        <a:p>
          <a:endParaRPr lang="en-US"/>
        </a:p>
      </dgm:t>
    </dgm:pt>
    <dgm:pt modelId="{E8E34E7D-5E7B-4C30-901A-1A1D24962668}" type="sibTrans" cxnId="{C6554ED5-436B-4A13-A689-20EB7CCED93F}">
      <dgm:prSet/>
      <dgm:spPr/>
      <dgm:t>
        <a:bodyPr/>
        <a:lstStyle/>
        <a:p>
          <a:endParaRPr lang="en-US"/>
        </a:p>
      </dgm:t>
    </dgm:pt>
    <dgm:pt modelId="{6BCF404A-C62B-4173-99A2-09ACAC0E8F2F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Real-time tracking</a:t>
          </a:r>
        </a:p>
      </dgm:t>
    </dgm:pt>
    <dgm:pt modelId="{14F00C1E-67FA-4C94-B4AC-617BF2D369EE}" type="parTrans" cxnId="{CF8D94FF-16FC-4F99-BA77-CC0BAEA8D4FA}">
      <dgm:prSet/>
      <dgm:spPr/>
    </dgm:pt>
    <dgm:pt modelId="{A5609D01-1D79-4269-81DA-B58AF4C0E76E}" type="sibTrans" cxnId="{CF8D94FF-16FC-4F99-BA77-CC0BAEA8D4FA}">
      <dgm:prSet/>
      <dgm:spPr/>
    </dgm:pt>
    <dgm:pt modelId="{B43452C3-836E-409D-AA50-CF26609671EA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 i="1">
              <a:solidFill>
                <a:srgbClr val="FFFFFF"/>
              </a:solidFill>
              <a:latin typeface="Lucida Bright"/>
              <a:ea typeface="+mn-ea"/>
              <a:cs typeface="+mn-cs"/>
            </a:rPr>
            <a:t>Multi-sensor capabilities</a:t>
          </a:r>
        </a:p>
      </dgm:t>
    </dgm:pt>
    <dgm:pt modelId="{15272EB4-BCE2-4209-B371-C1FE3E176853}" type="parTrans" cxnId="{5D0E156B-78E8-400A-AB93-A459E5730681}">
      <dgm:prSet/>
      <dgm:spPr/>
    </dgm:pt>
    <dgm:pt modelId="{65441A1A-13A2-4D4A-A8F5-AD6E7651EFB7}" type="sibTrans" cxnId="{5D0E156B-78E8-400A-AB93-A459E5730681}">
      <dgm:prSet/>
      <dgm:spPr/>
    </dgm:pt>
    <dgm:pt modelId="{D56173A5-49B9-492F-ACA9-81918605292D}" type="pres">
      <dgm:prSet presAssocID="{20B55D71-F065-44E7-B932-09B4F1C2D9CC}" presName="linear" presStyleCnt="0">
        <dgm:presLayoutVars>
          <dgm:dir/>
          <dgm:animLvl val="lvl"/>
          <dgm:resizeHandles val="exact"/>
        </dgm:presLayoutVars>
      </dgm:prSet>
      <dgm:spPr/>
    </dgm:pt>
    <dgm:pt modelId="{0072B8F6-ECAB-4A21-8E6C-AFE99AD41E3E}" type="pres">
      <dgm:prSet presAssocID="{1B59AA68-F101-43F1-A473-73CBC6C9CC58}" presName="parentLin" presStyleCnt="0"/>
      <dgm:spPr/>
    </dgm:pt>
    <dgm:pt modelId="{6E6A3AEC-41F9-44D9-B6F7-B3AB6BBF4FA9}" type="pres">
      <dgm:prSet presAssocID="{1B59AA68-F101-43F1-A473-73CBC6C9CC58}" presName="parentLeftMargin" presStyleLbl="node1" presStyleIdx="0" presStyleCnt="5"/>
      <dgm:spPr/>
    </dgm:pt>
    <dgm:pt modelId="{2A057494-5BA3-4D0B-800E-962E4C25BD78}" type="pres">
      <dgm:prSet presAssocID="{1B59AA68-F101-43F1-A473-73CBC6C9CC5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F0E35A3-18F7-4ABE-A19A-C3AE12E9D5D4}" type="pres">
      <dgm:prSet presAssocID="{1B59AA68-F101-43F1-A473-73CBC6C9CC58}" presName="negativeSpace" presStyleCnt="0"/>
      <dgm:spPr/>
    </dgm:pt>
    <dgm:pt modelId="{EC68B4CA-A650-443E-98C3-5FD6B222F6FE}" type="pres">
      <dgm:prSet presAssocID="{1B59AA68-F101-43F1-A473-73CBC6C9CC58}" presName="childText" presStyleLbl="conFgAcc1" presStyleIdx="0" presStyleCnt="5">
        <dgm:presLayoutVars>
          <dgm:bulletEnabled val="1"/>
        </dgm:presLayoutVars>
      </dgm:prSet>
      <dgm:spPr/>
    </dgm:pt>
    <dgm:pt modelId="{0102EC08-2FEE-47C1-998F-46273D5BAB17}" type="pres">
      <dgm:prSet presAssocID="{9EC76D6A-4917-4894-B390-887C4399A543}" presName="spaceBetweenRectangles" presStyleCnt="0"/>
      <dgm:spPr/>
    </dgm:pt>
    <dgm:pt modelId="{8FEBB175-AB8A-4BFF-9AFA-34A9ED2EF7B6}" type="pres">
      <dgm:prSet presAssocID="{96B0E383-3A02-4B4D-A3F7-DF05F2300E89}" presName="parentLin" presStyleCnt="0"/>
      <dgm:spPr/>
    </dgm:pt>
    <dgm:pt modelId="{EBDED09F-AB05-47AA-A1F3-9AC34692FB4E}" type="pres">
      <dgm:prSet presAssocID="{96B0E383-3A02-4B4D-A3F7-DF05F2300E89}" presName="parentLeftMargin" presStyleLbl="node1" presStyleIdx="0" presStyleCnt="5"/>
      <dgm:spPr/>
    </dgm:pt>
    <dgm:pt modelId="{5989EC96-715B-4CCB-9D36-5F595440BF73}" type="pres">
      <dgm:prSet presAssocID="{96B0E383-3A02-4B4D-A3F7-DF05F2300E8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FDF59E-9305-489D-86DE-82F7A3211053}" type="pres">
      <dgm:prSet presAssocID="{96B0E383-3A02-4B4D-A3F7-DF05F2300E89}" presName="negativeSpace" presStyleCnt="0"/>
      <dgm:spPr/>
    </dgm:pt>
    <dgm:pt modelId="{3A907CCB-FC10-4095-9110-0BF57EEB27F8}" type="pres">
      <dgm:prSet presAssocID="{96B0E383-3A02-4B4D-A3F7-DF05F2300E89}" presName="childText" presStyleLbl="conFgAcc1" presStyleIdx="1" presStyleCnt="5">
        <dgm:presLayoutVars>
          <dgm:bulletEnabled val="1"/>
        </dgm:presLayoutVars>
      </dgm:prSet>
      <dgm:spPr/>
    </dgm:pt>
    <dgm:pt modelId="{950DCE4A-BD3D-44CC-9D2E-394A7EC2AD06}" type="pres">
      <dgm:prSet presAssocID="{949185C4-7AB9-4C76-B465-A4B2F714FE6A}" presName="spaceBetweenRectangles" presStyleCnt="0"/>
      <dgm:spPr/>
    </dgm:pt>
    <dgm:pt modelId="{1D950395-C31A-4405-B93D-E0ACBDD19CBA}" type="pres">
      <dgm:prSet presAssocID="{5CA05C46-88AE-481D-ABA3-043F361AF391}" presName="parentLin" presStyleCnt="0"/>
      <dgm:spPr/>
    </dgm:pt>
    <dgm:pt modelId="{BAABCF3C-1C27-4848-BF42-1BF52BB1EA84}" type="pres">
      <dgm:prSet presAssocID="{5CA05C46-88AE-481D-ABA3-043F361AF391}" presName="parentLeftMargin" presStyleLbl="node1" presStyleIdx="1" presStyleCnt="5"/>
      <dgm:spPr/>
    </dgm:pt>
    <dgm:pt modelId="{D42ECDC6-987C-47E1-B705-855FC00AA8B2}" type="pres">
      <dgm:prSet presAssocID="{5CA05C46-88AE-481D-ABA3-043F361AF39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DCD4937-51CA-4D75-A728-6356DF0A5988}" type="pres">
      <dgm:prSet presAssocID="{5CA05C46-88AE-481D-ABA3-043F361AF391}" presName="negativeSpace" presStyleCnt="0"/>
      <dgm:spPr/>
    </dgm:pt>
    <dgm:pt modelId="{E73F6113-C48B-45C9-ADA0-03BB99853BD8}" type="pres">
      <dgm:prSet presAssocID="{5CA05C46-88AE-481D-ABA3-043F361AF391}" presName="childText" presStyleLbl="conFgAcc1" presStyleIdx="2" presStyleCnt="5">
        <dgm:presLayoutVars>
          <dgm:bulletEnabled val="1"/>
        </dgm:presLayoutVars>
      </dgm:prSet>
      <dgm:spPr/>
    </dgm:pt>
    <dgm:pt modelId="{BEE68840-96E3-4208-837D-8562A2C5DA27}" type="pres">
      <dgm:prSet presAssocID="{E8E34E7D-5E7B-4C30-901A-1A1D24962668}" presName="spaceBetweenRectangles" presStyleCnt="0"/>
      <dgm:spPr/>
    </dgm:pt>
    <dgm:pt modelId="{DC750D3C-A483-4950-91B5-E095B065523B}" type="pres">
      <dgm:prSet presAssocID="{6BCF404A-C62B-4173-99A2-09ACAC0E8F2F}" presName="parentLin" presStyleCnt="0"/>
      <dgm:spPr/>
    </dgm:pt>
    <dgm:pt modelId="{25C9B9C0-08B0-4C49-B1C8-6933839701F1}" type="pres">
      <dgm:prSet presAssocID="{6BCF404A-C62B-4173-99A2-09ACAC0E8F2F}" presName="parentLeftMargin" presStyleLbl="node1" presStyleIdx="2" presStyleCnt="5"/>
      <dgm:spPr/>
    </dgm:pt>
    <dgm:pt modelId="{CA76A003-8BB8-4BCD-A830-C44F30C35AEA}" type="pres">
      <dgm:prSet presAssocID="{6BCF404A-C62B-4173-99A2-09ACAC0E8F2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71CEA82-62F3-4282-8DB1-121D85B1AA99}" type="pres">
      <dgm:prSet presAssocID="{6BCF404A-C62B-4173-99A2-09ACAC0E8F2F}" presName="negativeSpace" presStyleCnt="0"/>
      <dgm:spPr/>
    </dgm:pt>
    <dgm:pt modelId="{329D69BD-BEAD-44D2-872B-01F4FE23819B}" type="pres">
      <dgm:prSet presAssocID="{6BCF404A-C62B-4173-99A2-09ACAC0E8F2F}" presName="childText" presStyleLbl="conFgAcc1" presStyleIdx="3" presStyleCnt="5">
        <dgm:presLayoutVars>
          <dgm:bulletEnabled val="1"/>
        </dgm:presLayoutVars>
      </dgm:prSet>
      <dgm:spPr/>
    </dgm:pt>
    <dgm:pt modelId="{3FA5A5EB-2F03-44DA-8C38-9FC295225EDE}" type="pres">
      <dgm:prSet presAssocID="{A5609D01-1D79-4269-81DA-B58AF4C0E76E}" presName="spaceBetweenRectangles" presStyleCnt="0"/>
      <dgm:spPr/>
    </dgm:pt>
    <dgm:pt modelId="{AA40F68D-9FFF-457A-A207-9553EDCBCBA2}" type="pres">
      <dgm:prSet presAssocID="{B43452C3-836E-409D-AA50-CF26609671EA}" presName="parentLin" presStyleCnt="0"/>
      <dgm:spPr/>
    </dgm:pt>
    <dgm:pt modelId="{E12B7EFF-BF6D-4EB8-836E-026801591AC5}" type="pres">
      <dgm:prSet presAssocID="{B43452C3-836E-409D-AA50-CF26609671EA}" presName="parentLeftMargin" presStyleLbl="node1" presStyleIdx="3" presStyleCnt="5"/>
      <dgm:spPr/>
    </dgm:pt>
    <dgm:pt modelId="{46FA1750-9A88-45C2-8493-F92A639A5E51}" type="pres">
      <dgm:prSet presAssocID="{B43452C3-836E-409D-AA50-CF26609671EA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221DEB96-2E7B-43CF-B47E-66A4F1CDAB2D}" type="pres">
      <dgm:prSet presAssocID="{B43452C3-836E-409D-AA50-CF26609671EA}" presName="negativeSpace" presStyleCnt="0"/>
      <dgm:spPr/>
    </dgm:pt>
    <dgm:pt modelId="{CA0909E5-44BE-4EF3-8B68-4270BD2CF067}" type="pres">
      <dgm:prSet presAssocID="{B43452C3-836E-409D-AA50-CF26609671EA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537A414-62A1-4458-BDDE-47E5664E49CA}" type="presOf" srcId="{96B0E383-3A02-4B4D-A3F7-DF05F2300E89}" destId="{EBDED09F-AB05-47AA-A1F3-9AC34692FB4E}" srcOrd="0" destOrd="0" presId="urn:microsoft.com/office/officeart/2005/8/layout/list1"/>
    <dgm:cxn modelId="{D79AE931-2D22-45FC-BB77-3CBEE34736DD}" type="presOf" srcId="{20B55D71-F065-44E7-B932-09B4F1C2D9CC}" destId="{D56173A5-49B9-492F-ACA9-81918605292D}" srcOrd="0" destOrd="0" presId="urn:microsoft.com/office/officeart/2005/8/layout/list1"/>
    <dgm:cxn modelId="{5D0E156B-78E8-400A-AB93-A459E5730681}" srcId="{20B55D71-F065-44E7-B932-09B4F1C2D9CC}" destId="{B43452C3-836E-409D-AA50-CF26609671EA}" srcOrd="4" destOrd="0" parTransId="{15272EB4-BCE2-4209-B371-C1FE3E176853}" sibTransId="{65441A1A-13A2-4D4A-A8F5-AD6E7651EFB7}"/>
    <dgm:cxn modelId="{2A798C5A-BC19-4445-BCE8-895E1D5E06EB}" type="presOf" srcId="{5CA05C46-88AE-481D-ABA3-043F361AF391}" destId="{D42ECDC6-987C-47E1-B705-855FC00AA8B2}" srcOrd="1" destOrd="0" presId="urn:microsoft.com/office/officeart/2005/8/layout/list1"/>
    <dgm:cxn modelId="{F86CA68A-B89E-4B57-BB42-FDD77A59699F}" srcId="{20B55D71-F065-44E7-B932-09B4F1C2D9CC}" destId="{1B59AA68-F101-43F1-A473-73CBC6C9CC58}" srcOrd="0" destOrd="0" parTransId="{59C73996-5A81-4719-A20A-147F2900ECC8}" sibTransId="{9EC76D6A-4917-4894-B390-887C4399A543}"/>
    <dgm:cxn modelId="{89D6AA8F-F065-40AC-AB30-2BB8B6668946}" type="presOf" srcId="{1B59AA68-F101-43F1-A473-73CBC6C9CC58}" destId="{2A057494-5BA3-4D0B-800E-962E4C25BD78}" srcOrd="1" destOrd="0" presId="urn:microsoft.com/office/officeart/2005/8/layout/list1"/>
    <dgm:cxn modelId="{05C22395-3F15-496F-9B90-BF8AFA5B3220}" type="presOf" srcId="{1B59AA68-F101-43F1-A473-73CBC6C9CC58}" destId="{6E6A3AEC-41F9-44D9-B6F7-B3AB6BBF4FA9}" srcOrd="0" destOrd="0" presId="urn:microsoft.com/office/officeart/2005/8/layout/list1"/>
    <dgm:cxn modelId="{E904C8B0-E656-47A8-9ED4-EA2B23F1685D}" type="presOf" srcId="{6BCF404A-C62B-4173-99A2-09ACAC0E8F2F}" destId="{CA76A003-8BB8-4BCD-A830-C44F30C35AEA}" srcOrd="1" destOrd="0" presId="urn:microsoft.com/office/officeart/2005/8/layout/list1"/>
    <dgm:cxn modelId="{D4E26AB2-F749-437B-BCCD-08B7FDF46C27}" type="presOf" srcId="{96B0E383-3A02-4B4D-A3F7-DF05F2300E89}" destId="{5989EC96-715B-4CCB-9D36-5F595440BF73}" srcOrd="1" destOrd="0" presId="urn:microsoft.com/office/officeart/2005/8/layout/list1"/>
    <dgm:cxn modelId="{E16130B5-4B52-4292-AA15-A80820989DFA}" type="presOf" srcId="{6BCF404A-C62B-4173-99A2-09ACAC0E8F2F}" destId="{25C9B9C0-08B0-4C49-B1C8-6933839701F1}" srcOrd="0" destOrd="0" presId="urn:microsoft.com/office/officeart/2005/8/layout/list1"/>
    <dgm:cxn modelId="{956AEDBF-AEC7-462C-93C9-4E458EA1172A}" type="presOf" srcId="{B43452C3-836E-409D-AA50-CF26609671EA}" destId="{E12B7EFF-BF6D-4EB8-836E-026801591AC5}" srcOrd="0" destOrd="0" presId="urn:microsoft.com/office/officeart/2005/8/layout/list1"/>
    <dgm:cxn modelId="{C6554ED5-436B-4A13-A689-20EB7CCED93F}" srcId="{20B55D71-F065-44E7-B932-09B4F1C2D9CC}" destId="{5CA05C46-88AE-481D-ABA3-043F361AF391}" srcOrd="2" destOrd="0" parTransId="{8BFEA901-27E9-48C9-B312-CF981484661A}" sibTransId="{E8E34E7D-5E7B-4C30-901A-1A1D24962668}"/>
    <dgm:cxn modelId="{0DDF2DDD-3768-488F-BCAE-2A9587CC6CDA}" type="presOf" srcId="{5CA05C46-88AE-481D-ABA3-043F361AF391}" destId="{BAABCF3C-1C27-4848-BF42-1BF52BB1EA84}" srcOrd="0" destOrd="0" presId="urn:microsoft.com/office/officeart/2005/8/layout/list1"/>
    <dgm:cxn modelId="{6FE754E0-BB79-4C2A-8FEE-47CEC3FF92C0}" srcId="{20B55D71-F065-44E7-B932-09B4F1C2D9CC}" destId="{96B0E383-3A02-4B4D-A3F7-DF05F2300E89}" srcOrd="1" destOrd="0" parTransId="{2A70B10B-10B1-4BCF-A40C-2BD7B4A457A4}" sibTransId="{949185C4-7AB9-4C76-B465-A4B2F714FE6A}"/>
    <dgm:cxn modelId="{134A26FC-EC30-40B5-A542-26DB7E6D2819}" type="presOf" srcId="{B43452C3-836E-409D-AA50-CF26609671EA}" destId="{46FA1750-9A88-45C2-8493-F92A639A5E51}" srcOrd="1" destOrd="0" presId="urn:microsoft.com/office/officeart/2005/8/layout/list1"/>
    <dgm:cxn modelId="{CF8D94FF-16FC-4F99-BA77-CC0BAEA8D4FA}" srcId="{20B55D71-F065-44E7-B932-09B4F1C2D9CC}" destId="{6BCF404A-C62B-4173-99A2-09ACAC0E8F2F}" srcOrd="3" destOrd="0" parTransId="{14F00C1E-67FA-4C94-B4AC-617BF2D369EE}" sibTransId="{A5609D01-1D79-4269-81DA-B58AF4C0E76E}"/>
    <dgm:cxn modelId="{F3301CED-9D6B-49FB-9784-AFCEC65CDA70}" type="presParOf" srcId="{D56173A5-49B9-492F-ACA9-81918605292D}" destId="{0072B8F6-ECAB-4A21-8E6C-AFE99AD41E3E}" srcOrd="0" destOrd="0" presId="urn:microsoft.com/office/officeart/2005/8/layout/list1"/>
    <dgm:cxn modelId="{DBB0DEF7-A68A-4EC1-9260-0FEA40913E85}" type="presParOf" srcId="{0072B8F6-ECAB-4A21-8E6C-AFE99AD41E3E}" destId="{6E6A3AEC-41F9-44D9-B6F7-B3AB6BBF4FA9}" srcOrd="0" destOrd="0" presId="urn:microsoft.com/office/officeart/2005/8/layout/list1"/>
    <dgm:cxn modelId="{90768ABF-C4C6-45A1-ACB5-83C7F7E4BD14}" type="presParOf" srcId="{0072B8F6-ECAB-4A21-8E6C-AFE99AD41E3E}" destId="{2A057494-5BA3-4D0B-800E-962E4C25BD78}" srcOrd="1" destOrd="0" presId="urn:microsoft.com/office/officeart/2005/8/layout/list1"/>
    <dgm:cxn modelId="{DFA8B22F-9641-40DF-A516-2F0E229B1792}" type="presParOf" srcId="{D56173A5-49B9-492F-ACA9-81918605292D}" destId="{FF0E35A3-18F7-4ABE-A19A-C3AE12E9D5D4}" srcOrd="1" destOrd="0" presId="urn:microsoft.com/office/officeart/2005/8/layout/list1"/>
    <dgm:cxn modelId="{8746A14B-69B0-45CF-B275-C400FFACB113}" type="presParOf" srcId="{D56173A5-49B9-492F-ACA9-81918605292D}" destId="{EC68B4CA-A650-443E-98C3-5FD6B222F6FE}" srcOrd="2" destOrd="0" presId="urn:microsoft.com/office/officeart/2005/8/layout/list1"/>
    <dgm:cxn modelId="{478955C0-997B-4A93-881F-34D7F68455F7}" type="presParOf" srcId="{D56173A5-49B9-492F-ACA9-81918605292D}" destId="{0102EC08-2FEE-47C1-998F-46273D5BAB17}" srcOrd="3" destOrd="0" presId="urn:microsoft.com/office/officeart/2005/8/layout/list1"/>
    <dgm:cxn modelId="{EAE65568-52F2-4801-9742-7780DF64829C}" type="presParOf" srcId="{D56173A5-49B9-492F-ACA9-81918605292D}" destId="{8FEBB175-AB8A-4BFF-9AFA-34A9ED2EF7B6}" srcOrd="4" destOrd="0" presId="urn:microsoft.com/office/officeart/2005/8/layout/list1"/>
    <dgm:cxn modelId="{4822B794-8C9B-446B-8B2A-1C61F4CA24A3}" type="presParOf" srcId="{8FEBB175-AB8A-4BFF-9AFA-34A9ED2EF7B6}" destId="{EBDED09F-AB05-47AA-A1F3-9AC34692FB4E}" srcOrd="0" destOrd="0" presId="urn:microsoft.com/office/officeart/2005/8/layout/list1"/>
    <dgm:cxn modelId="{803B2C27-B47C-459A-AC52-5CE5B100BB39}" type="presParOf" srcId="{8FEBB175-AB8A-4BFF-9AFA-34A9ED2EF7B6}" destId="{5989EC96-715B-4CCB-9D36-5F595440BF73}" srcOrd="1" destOrd="0" presId="urn:microsoft.com/office/officeart/2005/8/layout/list1"/>
    <dgm:cxn modelId="{268A32E9-57B3-46D8-A303-6BE17E1187D6}" type="presParOf" srcId="{D56173A5-49B9-492F-ACA9-81918605292D}" destId="{16FDF59E-9305-489D-86DE-82F7A3211053}" srcOrd="5" destOrd="0" presId="urn:microsoft.com/office/officeart/2005/8/layout/list1"/>
    <dgm:cxn modelId="{36AD445A-1AD2-45E4-8AD3-6AB984D3CB48}" type="presParOf" srcId="{D56173A5-49B9-492F-ACA9-81918605292D}" destId="{3A907CCB-FC10-4095-9110-0BF57EEB27F8}" srcOrd="6" destOrd="0" presId="urn:microsoft.com/office/officeart/2005/8/layout/list1"/>
    <dgm:cxn modelId="{F898BFDA-7844-423B-92E2-39313F36729B}" type="presParOf" srcId="{D56173A5-49B9-492F-ACA9-81918605292D}" destId="{950DCE4A-BD3D-44CC-9D2E-394A7EC2AD06}" srcOrd="7" destOrd="0" presId="urn:microsoft.com/office/officeart/2005/8/layout/list1"/>
    <dgm:cxn modelId="{3831ABC8-0798-412D-BD74-C1FDA6D5E818}" type="presParOf" srcId="{D56173A5-49B9-492F-ACA9-81918605292D}" destId="{1D950395-C31A-4405-B93D-E0ACBDD19CBA}" srcOrd="8" destOrd="0" presId="urn:microsoft.com/office/officeart/2005/8/layout/list1"/>
    <dgm:cxn modelId="{1A9DD822-AF58-4CAB-9A70-CBCC3F338F32}" type="presParOf" srcId="{1D950395-C31A-4405-B93D-E0ACBDD19CBA}" destId="{BAABCF3C-1C27-4848-BF42-1BF52BB1EA84}" srcOrd="0" destOrd="0" presId="urn:microsoft.com/office/officeart/2005/8/layout/list1"/>
    <dgm:cxn modelId="{8BF7D55A-4CB5-4CFC-B1A0-B4DBD9A1E6BB}" type="presParOf" srcId="{1D950395-C31A-4405-B93D-E0ACBDD19CBA}" destId="{D42ECDC6-987C-47E1-B705-855FC00AA8B2}" srcOrd="1" destOrd="0" presId="urn:microsoft.com/office/officeart/2005/8/layout/list1"/>
    <dgm:cxn modelId="{C64507F2-4CBD-4FF3-B89E-99AF14927167}" type="presParOf" srcId="{D56173A5-49B9-492F-ACA9-81918605292D}" destId="{5DCD4937-51CA-4D75-A728-6356DF0A5988}" srcOrd="9" destOrd="0" presId="urn:microsoft.com/office/officeart/2005/8/layout/list1"/>
    <dgm:cxn modelId="{08724EFA-4088-4495-8398-A0DA54817ADF}" type="presParOf" srcId="{D56173A5-49B9-492F-ACA9-81918605292D}" destId="{E73F6113-C48B-45C9-ADA0-03BB99853BD8}" srcOrd="10" destOrd="0" presId="urn:microsoft.com/office/officeart/2005/8/layout/list1"/>
    <dgm:cxn modelId="{A45AC15C-BEB4-445C-97A5-3381FC173D0E}" type="presParOf" srcId="{D56173A5-49B9-492F-ACA9-81918605292D}" destId="{BEE68840-96E3-4208-837D-8562A2C5DA27}" srcOrd="11" destOrd="0" presId="urn:microsoft.com/office/officeart/2005/8/layout/list1"/>
    <dgm:cxn modelId="{FB5A5359-0E37-4E8F-AF1B-F34B0404C929}" type="presParOf" srcId="{D56173A5-49B9-492F-ACA9-81918605292D}" destId="{DC750D3C-A483-4950-91B5-E095B065523B}" srcOrd="12" destOrd="0" presId="urn:microsoft.com/office/officeart/2005/8/layout/list1"/>
    <dgm:cxn modelId="{CF72959D-EDA3-4850-BE20-048533663BFB}" type="presParOf" srcId="{DC750D3C-A483-4950-91B5-E095B065523B}" destId="{25C9B9C0-08B0-4C49-B1C8-6933839701F1}" srcOrd="0" destOrd="0" presId="urn:microsoft.com/office/officeart/2005/8/layout/list1"/>
    <dgm:cxn modelId="{B511AEED-3058-45A2-A703-ED298C7A99E8}" type="presParOf" srcId="{DC750D3C-A483-4950-91B5-E095B065523B}" destId="{CA76A003-8BB8-4BCD-A830-C44F30C35AEA}" srcOrd="1" destOrd="0" presId="urn:microsoft.com/office/officeart/2005/8/layout/list1"/>
    <dgm:cxn modelId="{CF18F6C2-2B49-448D-8A4A-0C9D612665A4}" type="presParOf" srcId="{D56173A5-49B9-492F-ACA9-81918605292D}" destId="{471CEA82-62F3-4282-8DB1-121D85B1AA99}" srcOrd="13" destOrd="0" presId="urn:microsoft.com/office/officeart/2005/8/layout/list1"/>
    <dgm:cxn modelId="{4C90693F-50FE-4A31-94FD-79FD7D92F597}" type="presParOf" srcId="{D56173A5-49B9-492F-ACA9-81918605292D}" destId="{329D69BD-BEAD-44D2-872B-01F4FE23819B}" srcOrd="14" destOrd="0" presId="urn:microsoft.com/office/officeart/2005/8/layout/list1"/>
    <dgm:cxn modelId="{F023DF77-30FF-452E-9B57-C989E7783637}" type="presParOf" srcId="{D56173A5-49B9-492F-ACA9-81918605292D}" destId="{3FA5A5EB-2F03-44DA-8C38-9FC295225EDE}" srcOrd="15" destOrd="0" presId="urn:microsoft.com/office/officeart/2005/8/layout/list1"/>
    <dgm:cxn modelId="{33B6F69A-EAAD-44E8-AE61-32FA0FFA3CB2}" type="presParOf" srcId="{D56173A5-49B9-492F-ACA9-81918605292D}" destId="{AA40F68D-9FFF-457A-A207-9553EDCBCBA2}" srcOrd="16" destOrd="0" presId="urn:microsoft.com/office/officeart/2005/8/layout/list1"/>
    <dgm:cxn modelId="{A03CC6DB-EC7F-4C0C-9734-21B4F1C1C1F5}" type="presParOf" srcId="{AA40F68D-9FFF-457A-A207-9553EDCBCBA2}" destId="{E12B7EFF-BF6D-4EB8-836E-026801591AC5}" srcOrd="0" destOrd="0" presId="urn:microsoft.com/office/officeart/2005/8/layout/list1"/>
    <dgm:cxn modelId="{2CAFAA58-12C4-4476-A85F-D803593130BA}" type="presParOf" srcId="{AA40F68D-9FFF-457A-A207-9553EDCBCBA2}" destId="{46FA1750-9A88-45C2-8493-F92A639A5E51}" srcOrd="1" destOrd="0" presId="urn:microsoft.com/office/officeart/2005/8/layout/list1"/>
    <dgm:cxn modelId="{63FDD47F-77B0-4F6C-A1CD-11744EE50826}" type="presParOf" srcId="{D56173A5-49B9-492F-ACA9-81918605292D}" destId="{221DEB96-2E7B-43CF-B47E-66A4F1CDAB2D}" srcOrd="17" destOrd="0" presId="urn:microsoft.com/office/officeart/2005/8/layout/list1"/>
    <dgm:cxn modelId="{30EE287E-C210-47C0-8203-C3754C1C0B02}" type="presParOf" srcId="{D56173A5-49B9-492F-ACA9-81918605292D}" destId="{CA0909E5-44BE-4EF3-8B68-4270BD2CF06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5DBEBF0-0A4E-439E-945B-515D6A5CB043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8833C962-434C-4310-8D22-6D0D08906EA9}">
      <dgm:prSet phldrT="[Text]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 </a:t>
          </a:r>
          <a:endParaRPr lang="en-US"/>
        </a:p>
      </dgm:t>
    </dgm:pt>
    <dgm:pt modelId="{4DDF0659-4366-403C-846E-82174D0EFAFB}" type="parTrans" cxnId="{64A82642-D98F-49F8-85EC-CE39909EE07A}">
      <dgm:prSet/>
      <dgm:spPr/>
    </dgm:pt>
    <dgm:pt modelId="{393CAF97-F57C-4B26-97F5-B17C7F273FB4}" type="sibTrans" cxnId="{64A82642-D98F-49F8-85EC-CE39909EE07A}">
      <dgm:prSet/>
      <dgm:spPr/>
    </dgm:pt>
    <dgm:pt modelId="{0DDCB201-74C9-4E1B-AA10-5559B8A4BA68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 </a:t>
          </a:r>
        </a:p>
      </dgm:t>
    </dgm:pt>
    <dgm:pt modelId="{FDC79A54-2CFD-46D5-B775-0973CC9BFDDF}" type="parTrans" cxnId="{0D028674-5F89-4743-AC6F-690021FAFA7E}">
      <dgm:prSet/>
      <dgm:spPr/>
    </dgm:pt>
    <dgm:pt modelId="{287A70EE-E473-49DE-AB8E-68B3263BF145}" type="sibTrans" cxnId="{0D028674-5F89-4743-AC6F-690021FAFA7E}">
      <dgm:prSet/>
      <dgm:spPr/>
    </dgm:pt>
    <dgm:pt modelId="{BD01C7A8-C652-48E5-98EC-08B8BC66C32F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 </a:t>
          </a:r>
        </a:p>
      </dgm:t>
    </dgm:pt>
    <dgm:pt modelId="{20257BFD-613A-40EE-A730-6D6B353DADF7}" type="parTrans" cxnId="{12BA6463-B1A9-41DF-978B-4120F68540E3}">
      <dgm:prSet/>
      <dgm:spPr/>
    </dgm:pt>
    <dgm:pt modelId="{E2151697-C0BE-472A-B24B-5EF23052158E}" type="sibTrans" cxnId="{12BA6463-B1A9-41DF-978B-4120F68540E3}">
      <dgm:prSet/>
      <dgm:spPr/>
    </dgm:pt>
    <dgm:pt modelId="{05DD89E0-7D27-44EC-A332-8BE5B63977E0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 </a:t>
          </a:r>
        </a:p>
      </dgm:t>
    </dgm:pt>
    <dgm:pt modelId="{3085572C-CA8A-4E1A-AD1D-E67535F1EE6A}" type="parTrans" cxnId="{A576BFFE-BE63-49AF-BF97-6500829CD0B3}">
      <dgm:prSet/>
      <dgm:spPr/>
    </dgm:pt>
    <dgm:pt modelId="{C5DAEBEE-E78A-44FC-A727-A508AE56629A}" type="sibTrans" cxnId="{A576BFFE-BE63-49AF-BF97-6500829CD0B3}">
      <dgm:prSet/>
      <dgm:spPr/>
    </dgm:pt>
    <dgm:pt modelId="{A65D39DF-DA57-4D49-9623-EBE4D10D55ED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 </a:t>
          </a:r>
        </a:p>
      </dgm:t>
    </dgm:pt>
    <dgm:pt modelId="{1FDC7E06-1F34-4877-A8B9-F4B9DAF494AF}" type="parTrans" cxnId="{F6A60C98-B4A6-4F91-90D6-6F7B8BE15873}">
      <dgm:prSet/>
      <dgm:spPr/>
    </dgm:pt>
    <dgm:pt modelId="{F5F15906-7D80-4A43-A36D-41CACC22E301}" type="sibTrans" cxnId="{F6A60C98-B4A6-4F91-90D6-6F7B8BE15873}">
      <dgm:prSet/>
      <dgm:spPr/>
    </dgm:pt>
    <dgm:pt modelId="{F3526412-926C-42DF-913E-393BEB00FE9B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 </a:t>
          </a:r>
        </a:p>
      </dgm:t>
    </dgm:pt>
    <dgm:pt modelId="{F7F04F02-67F9-4170-B860-AD51366F4D1E}" type="parTrans" cxnId="{A2BE2DDA-1C44-4C2A-96C4-B4D97AAB4B0B}">
      <dgm:prSet/>
      <dgm:spPr/>
    </dgm:pt>
    <dgm:pt modelId="{0532BC62-E4BD-4CFF-8BFB-FD5ED3CB1031}" type="sibTrans" cxnId="{A2BE2DDA-1C44-4C2A-96C4-B4D97AAB4B0B}">
      <dgm:prSet/>
      <dgm:spPr/>
    </dgm:pt>
    <dgm:pt modelId="{C2E3FA99-E979-4A12-960C-72795A708E45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 </a:t>
          </a:r>
        </a:p>
      </dgm:t>
    </dgm:pt>
    <dgm:pt modelId="{54753DDD-F786-4777-A3E8-083989686B9D}" type="parTrans" cxnId="{33B028B6-2AC8-49CC-BA41-C03D17F42A83}">
      <dgm:prSet/>
      <dgm:spPr/>
    </dgm:pt>
    <dgm:pt modelId="{9E83D108-4114-4AD9-8071-1746A316E1BB}" type="sibTrans" cxnId="{33B028B6-2AC8-49CC-BA41-C03D17F42A83}">
      <dgm:prSet/>
      <dgm:spPr/>
    </dgm:pt>
    <dgm:pt modelId="{C02C0CF8-3828-403D-A1BB-3545EAC3C52F}" type="pres">
      <dgm:prSet presAssocID="{45DBEBF0-0A4E-439E-945B-515D6A5CB043}" presName="Name0" presStyleCnt="0">
        <dgm:presLayoutVars>
          <dgm:dir/>
          <dgm:resizeHandles val="exact"/>
        </dgm:presLayoutVars>
      </dgm:prSet>
      <dgm:spPr/>
    </dgm:pt>
    <dgm:pt modelId="{F1CFCA1A-8433-40AD-8083-236A024DAC61}" type="pres">
      <dgm:prSet presAssocID="{45DBEBF0-0A4E-439E-945B-515D6A5CB043}" presName="arrow" presStyleLbl="bgShp" presStyleIdx="0" presStyleCnt="1"/>
      <dgm:spPr/>
    </dgm:pt>
    <dgm:pt modelId="{6CFC35FE-DB3A-48C8-A311-F81E565AD921}" type="pres">
      <dgm:prSet presAssocID="{45DBEBF0-0A4E-439E-945B-515D6A5CB043}" presName="points" presStyleCnt="0"/>
      <dgm:spPr/>
    </dgm:pt>
    <dgm:pt modelId="{3B1F60CB-5208-4497-831A-32074104478C}" type="pres">
      <dgm:prSet presAssocID="{8833C962-434C-4310-8D22-6D0D08906EA9}" presName="compositeA" presStyleCnt="0"/>
      <dgm:spPr/>
    </dgm:pt>
    <dgm:pt modelId="{E439EF60-5FFA-46E5-A542-7AC6E5F7F30B}" type="pres">
      <dgm:prSet presAssocID="{8833C962-434C-4310-8D22-6D0D08906EA9}" presName="textA" presStyleLbl="revTx" presStyleIdx="0" presStyleCnt="7">
        <dgm:presLayoutVars>
          <dgm:bulletEnabled val="1"/>
        </dgm:presLayoutVars>
      </dgm:prSet>
      <dgm:spPr/>
    </dgm:pt>
    <dgm:pt modelId="{6C786474-868B-4BA2-A4E4-5039C12BA732}" type="pres">
      <dgm:prSet presAssocID="{8833C962-434C-4310-8D22-6D0D08906EA9}" presName="circleA" presStyleLbl="node1" presStyleIdx="0" presStyleCnt="7"/>
      <dgm:spPr/>
    </dgm:pt>
    <dgm:pt modelId="{3E22FFE4-6CD4-463E-8144-19A5461ED169}" type="pres">
      <dgm:prSet presAssocID="{8833C962-434C-4310-8D22-6D0D08906EA9}" presName="spaceA" presStyleCnt="0"/>
      <dgm:spPr/>
    </dgm:pt>
    <dgm:pt modelId="{BF62FA30-9016-4214-8CB4-4D7E05413E7D}" type="pres">
      <dgm:prSet presAssocID="{393CAF97-F57C-4B26-97F5-B17C7F273FB4}" presName="space" presStyleCnt="0"/>
      <dgm:spPr/>
    </dgm:pt>
    <dgm:pt modelId="{BE939F58-5316-42CF-ADF3-D6CCB9B68D35}" type="pres">
      <dgm:prSet presAssocID="{0DDCB201-74C9-4E1B-AA10-5559B8A4BA68}" presName="compositeB" presStyleCnt="0"/>
      <dgm:spPr/>
    </dgm:pt>
    <dgm:pt modelId="{52335C47-C216-4AD0-B323-CC23C9B9C17C}" type="pres">
      <dgm:prSet presAssocID="{0DDCB201-74C9-4E1B-AA10-5559B8A4BA68}" presName="textB" presStyleLbl="revTx" presStyleIdx="1" presStyleCnt="7">
        <dgm:presLayoutVars>
          <dgm:bulletEnabled val="1"/>
        </dgm:presLayoutVars>
      </dgm:prSet>
      <dgm:spPr/>
    </dgm:pt>
    <dgm:pt modelId="{D5158A3C-18E9-4A7F-9322-705FBA37BCC5}" type="pres">
      <dgm:prSet presAssocID="{0DDCB201-74C9-4E1B-AA10-5559B8A4BA68}" presName="circleB" presStyleLbl="node1" presStyleIdx="1" presStyleCnt="7"/>
      <dgm:spPr/>
    </dgm:pt>
    <dgm:pt modelId="{57E9CCCA-0AE3-4066-A7D8-EE69885DA94B}" type="pres">
      <dgm:prSet presAssocID="{0DDCB201-74C9-4E1B-AA10-5559B8A4BA68}" presName="spaceB" presStyleCnt="0"/>
      <dgm:spPr/>
    </dgm:pt>
    <dgm:pt modelId="{35F5ED4E-6EDC-4BD3-9447-40CB60AC38D6}" type="pres">
      <dgm:prSet presAssocID="{287A70EE-E473-49DE-AB8E-68B3263BF145}" presName="space" presStyleCnt="0"/>
      <dgm:spPr/>
    </dgm:pt>
    <dgm:pt modelId="{69BF7F5E-FAC3-43CD-A8A5-1FF2B5082DAE}" type="pres">
      <dgm:prSet presAssocID="{BD01C7A8-C652-48E5-98EC-08B8BC66C32F}" presName="compositeA" presStyleCnt="0"/>
      <dgm:spPr/>
    </dgm:pt>
    <dgm:pt modelId="{854C0C71-3F13-4175-8A3B-145214503452}" type="pres">
      <dgm:prSet presAssocID="{BD01C7A8-C652-48E5-98EC-08B8BC66C32F}" presName="textA" presStyleLbl="revTx" presStyleIdx="2" presStyleCnt="7">
        <dgm:presLayoutVars>
          <dgm:bulletEnabled val="1"/>
        </dgm:presLayoutVars>
      </dgm:prSet>
      <dgm:spPr/>
    </dgm:pt>
    <dgm:pt modelId="{5B71543C-FF01-4C4B-AC73-70CC5D16B52D}" type="pres">
      <dgm:prSet presAssocID="{BD01C7A8-C652-48E5-98EC-08B8BC66C32F}" presName="circleA" presStyleLbl="node1" presStyleIdx="2" presStyleCnt="7"/>
      <dgm:spPr/>
    </dgm:pt>
    <dgm:pt modelId="{B6E268DC-CEEA-41E2-BB64-EB85474B3273}" type="pres">
      <dgm:prSet presAssocID="{BD01C7A8-C652-48E5-98EC-08B8BC66C32F}" presName="spaceA" presStyleCnt="0"/>
      <dgm:spPr/>
    </dgm:pt>
    <dgm:pt modelId="{DFCCAC23-1524-4D09-800A-6091A2B24D80}" type="pres">
      <dgm:prSet presAssocID="{E2151697-C0BE-472A-B24B-5EF23052158E}" presName="space" presStyleCnt="0"/>
      <dgm:spPr/>
    </dgm:pt>
    <dgm:pt modelId="{570332FE-67AD-49E3-B496-B8974FCE0643}" type="pres">
      <dgm:prSet presAssocID="{05DD89E0-7D27-44EC-A332-8BE5B63977E0}" presName="compositeB" presStyleCnt="0"/>
      <dgm:spPr/>
    </dgm:pt>
    <dgm:pt modelId="{C6BC9AD8-F581-4C4B-9028-602B1591A3EE}" type="pres">
      <dgm:prSet presAssocID="{05DD89E0-7D27-44EC-A332-8BE5B63977E0}" presName="textB" presStyleLbl="revTx" presStyleIdx="3" presStyleCnt="7">
        <dgm:presLayoutVars>
          <dgm:bulletEnabled val="1"/>
        </dgm:presLayoutVars>
      </dgm:prSet>
      <dgm:spPr/>
    </dgm:pt>
    <dgm:pt modelId="{199E3D4D-F3F7-4483-A92C-01AB9209DEEE}" type="pres">
      <dgm:prSet presAssocID="{05DD89E0-7D27-44EC-A332-8BE5B63977E0}" presName="circleB" presStyleLbl="node1" presStyleIdx="3" presStyleCnt="7"/>
      <dgm:spPr/>
    </dgm:pt>
    <dgm:pt modelId="{377D3F5B-0EB6-45BD-9495-DF069AB010E4}" type="pres">
      <dgm:prSet presAssocID="{05DD89E0-7D27-44EC-A332-8BE5B63977E0}" presName="spaceB" presStyleCnt="0"/>
      <dgm:spPr/>
    </dgm:pt>
    <dgm:pt modelId="{D761597E-0116-4DFC-994A-DC5D07976D92}" type="pres">
      <dgm:prSet presAssocID="{C5DAEBEE-E78A-44FC-A727-A508AE56629A}" presName="space" presStyleCnt="0"/>
      <dgm:spPr/>
    </dgm:pt>
    <dgm:pt modelId="{6CA10D48-3F61-41B0-9D1D-FD7344B98BAB}" type="pres">
      <dgm:prSet presAssocID="{A65D39DF-DA57-4D49-9623-EBE4D10D55ED}" presName="compositeA" presStyleCnt="0"/>
      <dgm:spPr/>
    </dgm:pt>
    <dgm:pt modelId="{BD782031-9278-4283-AD06-D298AB64D8A2}" type="pres">
      <dgm:prSet presAssocID="{A65D39DF-DA57-4D49-9623-EBE4D10D55ED}" presName="textA" presStyleLbl="revTx" presStyleIdx="4" presStyleCnt="7">
        <dgm:presLayoutVars>
          <dgm:bulletEnabled val="1"/>
        </dgm:presLayoutVars>
      </dgm:prSet>
      <dgm:spPr/>
    </dgm:pt>
    <dgm:pt modelId="{637B0142-E81F-4FFE-8F11-E39B02CC0A1F}" type="pres">
      <dgm:prSet presAssocID="{A65D39DF-DA57-4D49-9623-EBE4D10D55ED}" presName="circleA" presStyleLbl="node1" presStyleIdx="4" presStyleCnt="7"/>
      <dgm:spPr/>
    </dgm:pt>
    <dgm:pt modelId="{01028C76-34FC-47E9-9452-E4560662991B}" type="pres">
      <dgm:prSet presAssocID="{A65D39DF-DA57-4D49-9623-EBE4D10D55ED}" presName="spaceA" presStyleCnt="0"/>
      <dgm:spPr/>
    </dgm:pt>
    <dgm:pt modelId="{3B00CAD8-9798-4F7F-8475-F8E02593CEEB}" type="pres">
      <dgm:prSet presAssocID="{F5F15906-7D80-4A43-A36D-41CACC22E301}" presName="space" presStyleCnt="0"/>
      <dgm:spPr/>
    </dgm:pt>
    <dgm:pt modelId="{DB5339DB-A10E-4BD8-931C-14433794B567}" type="pres">
      <dgm:prSet presAssocID="{F3526412-926C-42DF-913E-393BEB00FE9B}" presName="compositeB" presStyleCnt="0"/>
      <dgm:spPr/>
    </dgm:pt>
    <dgm:pt modelId="{2DC1896B-9711-40A7-AECE-FA158F7281B6}" type="pres">
      <dgm:prSet presAssocID="{F3526412-926C-42DF-913E-393BEB00FE9B}" presName="textB" presStyleLbl="revTx" presStyleIdx="5" presStyleCnt="7">
        <dgm:presLayoutVars>
          <dgm:bulletEnabled val="1"/>
        </dgm:presLayoutVars>
      </dgm:prSet>
      <dgm:spPr/>
    </dgm:pt>
    <dgm:pt modelId="{447633AE-2611-462C-ABF9-9A60AFE983C4}" type="pres">
      <dgm:prSet presAssocID="{F3526412-926C-42DF-913E-393BEB00FE9B}" presName="circleB" presStyleLbl="node1" presStyleIdx="5" presStyleCnt="7"/>
      <dgm:spPr/>
    </dgm:pt>
    <dgm:pt modelId="{D9C2D58B-2E14-4CEC-ABFF-95B01A9DE487}" type="pres">
      <dgm:prSet presAssocID="{F3526412-926C-42DF-913E-393BEB00FE9B}" presName="spaceB" presStyleCnt="0"/>
      <dgm:spPr/>
    </dgm:pt>
    <dgm:pt modelId="{428BDD98-593B-47B4-90D8-B80A9CF664BC}" type="pres">
      <dgm:prSet presAssocID="{0532BC62-E4BD-4CFF-8BFB-FD5ED3CB1031}" presName="space" presStyleCnt="0"/>
      <dgm:spPr/>
    </dgm:pt>
    <dgm:pt modelId="{42176ECF-4B09-48B7-8AEF-198819A66352}" type="pres">
      <dgm:prSet presAssocID="{C2E3FA99-E979-4A12-960C-72795A708E45}" presName="compositeA" presStyleCnt="0"/>
      <dgm:spPr/>
    </dgm:pt>
    <dgm:pt modelId="{FB33EA62-AB4B-4A85-BCDB-F2C03E49FD07}" type="pres">
      <dgm:prSet presAssocID="{C2E3FA99-E979-4A12-960C-72795A708E45}" presName="textA" presStyleLbl="revTx" presStyleIdx="6" presStyleCnt="7">
        <dgm:presLayoutVars>
          <dgm:bulletEnabled val="1"/>
        </dgm:presLayoutVars>
      </dgm:prSet>
      <dgm:spPr/>
    </dgm:pt>
    <dgm:pt modelId="{103EB45F-509F-47EA-B53A-85ADFE102A4E}" type="pres">
      <dgm:prSet presAssocID="{C2E3FA99-E979-4A12-960C-72795A708E45}" presName="circleA" presStyleLbl="node1" presStyleIdx="6" presStyleCnt="7"/>
      <dgm:spPr/>
    </dgm:pt>
    <dgm:pt modelId="{F83D54D7-158F-4745-BA7D-62B4E5518BD8}" type="pres">
      <dgm:prSet presAssocID="{C2E3FA99-E979-4A12-960C-72795A708E45}" presName="spaceA" presStyleCnt="0"/>
      <dgm:spPr/>
    </dgm:pt>
  </dgm:ptLst>
  <dgm:cxnLst>
    <dgm:cxn modelId="{6118F260-28B3-4BE2-BB2F-E87404182616}" type="presOf" srcId="{F3526412-926C-42DF-913E-393BEB00FE9B}" destId="{2DC1896B-9711-40A7-AECE-FA158F7281B6}" srcOrd="0" destOrd="0" presId="urn:microsoft.com/office/officeart/2005/8/layout/hProcess11"/>
    <dgm:cxn modelId="{64A82642-D98F-49F8-85EC-CE39909EE07A}" srcId="{45DBEBF0-0A4E-439E-945B-515D6A5CB043}" destId="{8833C962-434C-4310-8D22-6D0D08906EA9}" srcOrd="0" destOrd="0" parTransId="{4DDF0659-4366-403C-846E-82174D0EFAFB}" sibTransId="{393CAF97-F57C-4B26-97F5-B17C7F273FB4}"/>
    <dgm:cxn modelId="{12BA6463-B1A9-41DF-978B-4120F68540E3}" srcId="{45DBEBF0-0A4E-439E-945B-515D6A5CB043}" destId="{BD01C7A8-C652-48E5-98EC-08B8BC66C32F}" srcOrd="2" destOrd="0" parTransId="{20257BFD-613A-40EE-A730-6D6B353DADF7}" sibTransId="{E2151697-C0BE-472A-B24B-5EF23052158E}"/>
    <dgm:cxn modelId="{B302444A-6484-456C-9071-CD2EEDDF1BA9}" type="presOf" srcId="{8833C962-434C-4310-8D22-6D0D08906EA9}" destId="{E439EF60-5FFA-46E5-A542-7AC6E5F7F30B}" srcOrd="0" destOrd="0" presId="urn:microsoft.com/office/officeart/2005/8/layout/hProcess11"/>
    <dgm:cxn modelId="{FE9DEB50-55DD-4BF6-A72E-9C2346B84029}" type="presOf" srcId="{45DBEBF0-0A4E-439E-945B-515D6A5CB043}" destId="{C02C0CF8-3828-403D-A1BB-3545EAC3C52F}" srcOrd="0" destOrd="0" presId="urn:microsoft.com/office/officeart/2005/8/layout/hProcess11"/>
    <dgm:cxn modelId="{0D028674-5F89-4743-AC6F-690021FAFA7E}" srcId="{45DBEBF0-0A4E-439E-945B-515D6A5CB043}" destId="{0DDCB201-74C9-4E1B-AA10-5559B8A4BA68}" srcOrd="1" destOrd="0" parTransId="{FDC79A54-2CFD-46D5-B775-0973CC9BFDDF}" sibTransId="{287A70EE-E473-49DE-AB8E-68B3263BF145}"/>
    <dgm:cxn modelId="{A7586358-A975-4A94-A3D2-F014C7AB3560}" type="presOf" srcId="{A65D39DF-DA57-4D49-9623-EBE4D10D55ED}" destId="{BD782031-9278-4283-AD06-D298AB64D8A2}" srcOrd="0" destOrd="0" presId="urn:microsoft.com/office/officeart/2005/8/layout/hProcess11"/>
    <dgm:cxn modelId="{03A0117C-AC1F-4041-9849-8483D103D56A}" type="presOf" srcId="{05DD89E0-7D27-44EC-A332-8BE5B63977E0}" destId="{C6BC9AD8-F581-4C4B-9028-602B1591A3EE}" srcOrd="0" destOrd="0" presId="urn:microsoft.com/office/officeart/2005/8/layout/hProcess11"/>
    <dgm:cxn modelId="{D210B692-8B19-4128-99AE-7915BC872181}" type="presOf" srcId="{0DDCB201-74C9-4E1B-AA10-5559B8A4BA68}" destId="{52335C47-C216-4AD0-B323-CC23C9B9C17C}" srcOrd="0" destOrd="0" presId="urn:microsoft.com/office/officeart/2005/8/layout/hProcess11"/>
    <dgm:cxn modelId="{F6A60C98-B4A6-4F91-90D6-6F7B8BE15873}" srcId="{45DBEBF0-0A4E-439E-945B-515D6A5CB043}" destId="{A65D39DF-DA57-4D49-9623-EBE4D10D55ED}" srcOrd="4" destOrd="0" parTransId="{1FDC7E06-1F34-4877-A8B9-F4B9DAF494AF}" sibTransId="{F5F15906-7D80-4A43-A36D-41CACC22E301}"/>
    <dgm:cxn modelId="{33B028B6-2AC8-49CC-BA41-C03D17F42A83}" srcId="{45DBEBF0-0A4E-439E-945B-515D6A5CB043}" destId="{C2E3FA99-E979-4A12-960C-72795A708E45}" srcOrd="6" destOrd="0" parTransId="{54753DDD-F786-4777-A3E8-083989686B9D}" sibTransId="{9E83D108-4114-4AD9-8071-1746A316E1BB}"/>
    <dgm:cxn modelId="{4BFAA8D1-7D14-47BD-AFD1-D0B47064891E}" type="presOf" srcId="{BD01C7A8-C652-48E5-98EC-08B8BC66C32F}" destId="{854C0C71-3F13-4175-8A3B-145214503452}" srcOrd="0" destOrd="0" presId="urn:microsoft.com/office/officeart/2005/8/layout/hProcess11"/>
    <dgm:cxn modelId="{323B43D5-4029-46BF-9A6C-57E072D47932}" type="presOf" srcId="{C2E3FA99-E979-4A12-960C-72795A708E45}" destId="{FB33EA62-AB4B-4A85-BCDB-F2C03E49FD07}" srcOrd="0" destOrd="0" presId="urn:microsoft.com/office/officeart/2005/8/layout/hProcess11"/>
    <dgm:cxn modelId="{A2BE2DDA-1C44-4C2A-96C4-B4D97AAB4B0B}" srcId="{45DBEBF0-0A4E-439E-945B-515D6A5CB043}" destId="{F3526412-926C-42DF-913E-393BEB00FE9B}" srcOrd="5" destOrd="0" parTransId="{F7F04F02-67F9-4170-B860-AD51366F4D1E}" sibTransId="{0532BC62-E4BD-4CFF-8BFB-FD5ED3CB1031}"/>
    <dgm:cxn modelId="{A576BFFE-BE63-49AF-BF97-6500829CD0B3}" srcId="{45DBEBF0-0A4E-439E-945B-515D6A5CB043}" destId="{05DD89E0-7D27-44EC-A332-8BE5B63977E0}" srcOrd="3" destOrd="0" parTransId="{3085572C-CA8A-4E1A-AD1D-E67535F1EE6A}" sibTransId="{C5DAEBEE-E78A-44FC-A727-A508AE56629A}"/>
    <dgm:cxn modelId="{C8CA9D4C-82EF-4779-A10E-35D8E6759BBF}" type="presParOf" srcId="{C02C0CF8-3828-403D-A1BB-3545EAC3C52F}" destId="{F1CFCA1A-8433-40AD-8083-236A024DAC61}" srcOrd="0" destOrd="0" presId="urn:microsoft.com/office/officeart/2005/8/layout/hProcess11"/>
    <dgm:cxn modelId="{226060B9-4A6E-4C59-ABC3-1B2883016189}" type="presParOf" srcId="{C02C0CF8-3828-403D-A1BB-3545EAC3C52F}" destId="{6CFC35FE-DB3A-48C8-A311-F81E565AD921}" srcOrd="1" destOrd="0" presId="urn:microsoft.com/office/officeart/2005/8/layout/hProcess11"/>
    <dgm:cxn modelId="{35C224D8-B98A-4930-81DE-AEF8ECC9A2E2}" type="presParOf" srcId="{6CFC35FE-DB3A-48C8-A311-F81E565AD921}" destId="{3B1F60CB-5208-4497-831A-32074104478C}" srcOrd="0" destOrd="0" presId="urn:microsoft.com/office/officeart/2005/8/layout/hProcess11"/>
    <dgm:cxn modelId="{06475C24-2404-4CF7-9ED5-5CAB646C5A6A}" type="presParOf" srcId="{3B1F60CB-5208-4497-831A-32074104478C}" destId="{E439EF60-5FFA-46E5-A542-7AC6E5F7F30B}" srcOrd="0" destOrd="0" presId="urn:microsoft.com/office/officeart/2005/8/layout/hProcess11"/>
    <dgm:cxn modelId="{C96A038F-5118-4112-BE79-CC345D264C02}" type="presParOf" srcId="{3B1F60CB-5208-4497-831A-32074104478C}" destId="{6C786474-868B-4BA2-A4E4-5039C12BA732}" srcOrd="1" destOrd="0" presId="urn:microsoft.com/office/officeart/2005/8/layout/hProcess11"/>
    <dgm:cxn modelId="{9EAD6DC9-3072-40EC-84A8-71ECAB17F78F}" type="presParOf" srcId="{3B1F60CB-5208-4497-831A-32074104478C}" destId="{3E22FFE4-6CD4-463E-8144-19A5461ED169}" srcOrd="2" destOrd="0" presId="urn:microsoft.com/office/officeart/2005/8/layout/hProcess11"/>
    <dgm:cxn modelId="{16B9CDC2-3923-4C57-A2ED-053D6AD9FAAF}" type="presParOf" srcId="{6CFC35FE-DB3A-48C8-A311-F81E565AD921}" destId="{BF62FA30-9016-4214-8CB4-4D7E05413E7D}" srcOrd="1" destOrd="0" presId="urn:microsoft.com/office/officeart/2005/8/layout/hProcess11"/>
    <dgm:cxn modelId="{26CF2DA3-0351-4F76-98D0-8A78560CA757}" type="presParOf" srcId="{6CFC35FE-DB3A-48C8-A311-F81E565AD921}" destId="{BE939F58-5316-42CF-ADF3-D6CCB9B68D35}" srcOrd="2" destOrd="0" presId="urn:microsoft.com/office/officeart/2005/8/layout/hProcess11"/>
    <dgm:cxn modelId="{B228A313-5FB2-4A90-9502-C21E71D0EFEF}" type="presParOf" srcId="{BE939F58-5316-42CF-ADF3-D6CCB9B68D35}" destId="{52335C47-C216-4AD0-B323-CC23C9B9C17C}" srcOrd="0" destOrd="0" presId="urn:microsoft.com/office/officeart/2005/8/layout/hProcess11"/>
    <dgm:cxn modelId="{EADA9F0B-6DFF-444B-829B-542535EA327D}" type="presParOf" srcId="{BE939F58-5316-42CF-ADF3-D6CCB9B68D35}" destId="{D5158A3C-18E9-4A7F-9322-705FBA37BCC5}" srcOrd="1" destOrd="0" presId="urn:microsoft.com/office/officeart/2005/8/layout/hProcess11"/>
    <dgm:cxn modelId="{35C6BEB5-9544-432A-AF21-167A0B7E6DF8}" type="presParOf" srcId="{BE939F58-5316-42CF-ADF3-D6CCB9B68D35}" destId="{57E9CCCA-0AE3-4066-A7D8-EE69885DA94B}" srcOrd="2" destOrd="0" presId="urn:microsoft.com/office/officeart/2005/8/layout/hProcess11"/>
    <dgm:cxn modelId="{4DEA4B6B-8F35-4C06-9089-87535CD0F5C4}" type="presParOf" srcId="{6CFC35FE-DB3A-48C8-A311-F81E565AD921}" destId="{35F5ED4E-6EDC-4BD3-9447-40CB60AC38D6}" srcOrd="3" destOrd="0" presId="urn:microsoft.com/office/officeart/2005/8/layout/hProcess11"/>
    <dgm:cxn modelId="{CEF175CF-A027-4FE2-AB96-B9F2D76A01C6}" type="presParOf" srcId="{6CFC35FE-DB3A-48C8-A311-F81E565AD921}" destId="{69BF7F5E-FAC3-43CD-A8A5-1FF2B5082DAE}" srcOrd="4" destOrd="0" presId="urn:microsoft.com/office/officeart/2005/8/layout/hProcess11"/>
    <dgm:cxn modelId="{E0E99CC7-8CD3-47E4-BA00-888677FDCD38}" type="presParOf" srcId="{69BF7F5E-FAC3-43CD-A8A5-1FF2B5082DAE}" destId="{854C0C71-3F13-4175-8A3B-145214503452}" srcOrd="0" destOrd="0" presId="urn:microsoft.com/office/officeart/2005/8/layout/hProcess11"/>
    <dgm:cxn modelId="{3539AFDD-F7E8-47D0-880D-AD252052CFA0}" type="presParOf" srcId="{69BF7F5E-FAC3-43CD-A8A5-1FF2B5082DAE}" destId="{5B71543C-FF01-4C4B-AC73-70CC5D16B52D}" srcOrd="1" destOrd="0" presId="urn:microsoft.com/office/officeart/2005/8/layout/hProcess11"/>
    <dgm:cxn modelId="{0C5D3719-770B-459A-9D65-5E1691E22B7B}" type="presParOf" srcId="{69BF7F5E-FAC3-43CD-A8A5-1FF2B5082DAE}" destId="{B6E268DC-CEEA-41E2-BB64-EB85474B3273}" srcOrd="2" destOrd="0" presId="urn:microsoft.com/office/officeart/2005/8/layout/hProcess11"/>
    <dgm:cxn modelId="{476A2717-2746-4FB4-AE6F-82B21991D7AF}" type="presParOf" srcId="{6CFC35FE-DB3A-48C8-A311-F81E565AD921}" destId="{DFCCAC23-1524-4D09-800A-6091A2B24D80}" srcOrd="5" destOrd="0" presId="urn:microsoft.com/office/officeart/2005/8/layout/hProcess11"/>
    <dgm:cxn modelId="{FB81CFA7-5F13-4062-8C79-8FA59B38AA6A}" type="presParOf" srcId="{6CFC35FE-DB3A-48C8-A311-F81E565AD921}" destId="{570332FE-67AD-49E3-B496-B8974FCE0643}" srcOrd="6" destOrd="0" presId="urn:microsoft.com/office/officeart/2005/8/layout/hProcess11"/>
    <dgm:cxn modelId="{88409958-E483-453B-BAA9-692F0D651C89}" type="presParOf" srcId="{570332FE-67AD-49E3-B496-B8974FCE0643}" destId="{C6BC9AD8-F581-4C4B-9028-602B1591A3EE}" srcOrd="0" destOrd="0" presId="urn:microsoft.com/office/officeart/2005/8/layout/hProcess11"/>
    <dgm:cxn modelId="{06CA8C97-9503-4082-9823-DA0360EEBEDA}" type="presParOf" srcId="{570332FE-67AD-49E3-B496-B8974FCE0643}" destId="{199E3D4D-F3F7-4483-A92C-01AB9209DEEE}" srcOrd="1" destOrd="0" presId="urn:microsoft.com/office/officeart/2005/8/layout/hProcess11"/>
    <dgm:cxn modelId="{459E73D8-C1FE-4271-9231-DEDEE93E6EA3}" type="presParOf" srcId="{570332FE-67AD-49E3-B496-B8974FCE0643}" destId="{377D3F5B-0EB6-45BD-9495-DF069AB010E4}" srcOrd="2" destOrd="0" presId="urn:microsoft.com/office/officeart/2005/8/layout/hProcess11"/>
    <dgm:cxn modelId="{3564E4D0-AE18-4558-A073-F17005ECA4A1}" type="presParOf" srcId="{6CFC35FE-DB3A-48C8-A311-F81E565AD921}" destId="{D761597E-0116-4DFC-994A-DC5D07976D92}" srcOrd="7" destOrd="0" presId="urn:microsoft.com/office/officeart/2005/8/layout/hProcess11"/>
    <dgm:cxn modelId="{C7F50407-EBEF-4F8D-97EA-DDCC61056EF8}" type="presParOf" srcId="{6CFC35FE-DB3A-48C8-A311-F81E565AD921}" destId="{6CA10D48-3F61-41B0-9D1D-FD7344B98BAB}" srcOrd="8" destOrd="0" presId="urn:microsoft.com/office/officeart/2005/8/layout/hProcess11"/>
    <dgm:cxn modelId="{8DAA86DB-FC51-47E4-93CB-780A4E963978}" type="presParOf" srcId="{6CA10D48-3F61-41B0-9D1D-FD7344B98BAB}" destId="{BD782031-9278-4283-AD06-D298AB64D8A2}" srcOrd="0" destOrd="0" presId="urn:microsoft.com/office/officeart/2005/8/layout/hProcess11"/>
    <dgm:cxn modelId="{66F9B4E6-97D8-406D-8E2C-BA360D4A0170}" type="presParOf" srcId="{6CA10D48-3F61-41B0-9D1D-FD7344B98BAB}" destId="{637B0142-E81F-4FFE-8F11-E39B02CC0A1F}" srcOrd="1" destOrd="0" presId="urn:microsoft.com/office/officeart/2005/8/layout/hProcess11"/>
    <dgm:cxn modelId="{B1BBDE38-DDD5-4570-BA1D-833CE878B11E}" type="presParOf" srcId="{6CA10D48-3F61-41B0-9D1D-FD7344B98BAB}" destId="{01028C76-34FC-47E9-9452-E4560662991B}" srcOrd="2" destOrd="0" presId="urn:microsoft.com/office/officeart/2005/8/layout/hProcess11"/>
    <dgm:cxn modelId="{0E6DA8CF-E313-4D33-A230-C087820AB005}" type="presParOf" srcId="{6CFC35FE-DB3A-48C8-A311-F81E565AD921}" destId="{3B00CAD8-9798-4F7F-8475-F8E02593CEEB}" srcOrd="9" destOrd="0" presId="urn:microsoft.com/office/officeart/2005/8/layout/hProcess11"/>
    <dgm:cxn modelId="{24E9B43D-A8CE-445A-9B03-08BEB083536F}" type="presParOf" srcId="{6CFC35FE-DB3A-48C8-A311-F81E565AD921}" destId="{DB5339DB-A10E-4BD8-931C-14433794B567}" srcOrd="10" destOrd="0" presId="urn:microsoft.com/office/officeart/2005/8/layout/hProcess11"/>
    <dgm:cxn modelId="{93DAF2E3-C596-48C1-B7C8-6F84B42CD8CF}" type="presParOf" srcId="{DB5339DB-A10E-4BD8-931C-14433794B567}" destId="{2DC1896B-9711-40A7-AECE-FA158F7281B6}" srcOrd="0" destOrd="0" presId="urn:microsoft.com/office/officeart/2005/8/layout/hProcess11"/>
    <dgm:cxn modelId="{E8481F7C-66E0-4840-9EA9-9983608B147D}" type="presParOf" srcId="{DB5339DB-A10E-4BD8-931C-14433794B567}" destId="{447633AE-2611-462C-ABF9-9A60AFE983C4}" srcOrd="1" destOrd="0" presId="urn:microsoft.com/office/officeart/2005/8/layout/hProcess11"/>
    <dgm:cxn modelId="{9C8593E7-E5FF-4F60-809D-256F391848D5}" type="presParOf" srcId="{DB5339DB-A10E-4BD8-931C-14433794B567}" destId="{D9C2D58B-2E14-4CEC-ABFF-95B01A9DE487}" srcOrd="2" destOrd="0" presId="urn:microsoft.com/office/officeart/2005/8/layout/hProcess11"/>
    <dgm:cxn modelId="{70A1E8F4-3B93-4A85-ADA4-DD1683C97567}" type="presParOf" srcId="{6CFC35FE-DB3A-48C8-A311-F81E565AD921}" destId="{428BDD98-593B-47B4-90D8-B80A9CF664BC}" srcOrd="11" destOrd="0" presId="urn:microsoft.com/office/officeart/2005/8/layout/hProcess11"/>
    <dgm:cxn modelId="{C4119A28-AE43-48A3-858A-340525ED0394}" type="presParOf" srcId="{6CFC35FE-DB3A-48C8-A311-F81E565AD921}" destId="{42176ECF-4B09-48B7-8AEF-198819A66352}" srcOrd="12" destOrd="0" presId="urn:microsoft.com/office/officeart/2005/8/layout/hProcess11"/>
    <dgm:cxn modelId="{54C0C7B6-AC27-460C-9401-80E1FD573232}" type="presParOf" srcId="{42176ECF-4B09-48B7-8AEF-198819A66352}" destId="{FB33EA62-AB4B-4A85-BCDB-F2C03E49FD07}" srcOrd="0" destOrd="0" presId="urn:microsoft.com/office/officeart/2005/8/layout/hProcess11"/>
    <dgm:cxn modelId="{71E1BCAF-09CA-45CF-8993-E0E217EFBF45}" type="presParOf" srcId="{42176ECF-4B09-48B7-8AEF-198819A66352}" destId="{103EB45F-509F-47EA-B53A-85ADFE102A4E}" srcOrd="1" destOrd="0" presId="urn:microsoft.com/office/officeart/2005/8/layout/hProcess11"/>
    <dgm:cxn modelId="{6344A66F-6B66-47F2-AD29-8B24BF35C6E7}" type="presParOf" srcId="{42176ECF-4B09-48B7-8AEF-198819A66352}" destId="{F83D54D7-158F-4745-BA7D-62B4E5518BD8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8B4CA-A650-443E-98C3-5FD6B222F6FE}">
      <dsp:nvSpPr>
        <dsp:cNvPr id="0" name=""/>
        <dsp:cNvSpPr/>
      </dsp:nvSpPr>
      <dsp:spPr>
        <a:xfrm>
          <a:off x="0" y="293759"/>
          <a:ext cx="743210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57494-5BA3-4D0B-800E-962E4C25BD78}">
      <dsp:nvSpPr>
        <dsp:cNvPr id="0" name=""/>
        <dsp:cNvSpPr/>
      </dsp:nvSpPr>
      <dsp:spPr>
        <a:xfrm>
          <a:off x="371605" y="57599"/>
          <a:ext cx="520247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641" tIns="0" rIns="196641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2F2F2"/>
              </a:solidFill>
              <a:latin typeface="Lucida Bright"/>
              <a:ea typeface="+mn-ea"/>
              <a:cs typeface="+mn-cs"/>
            </a:rPr>
            <a:t>Plastic particles 5 mm or smaller</a:t>
          </a:r>
        </a:p>
      </dsp:txBody>
      <dsp:txXfrm>
        <a:off x="394662" y="80656"/>
        <a:ext cx="5156362" cy="426206"/>
      </dsp:txXfrm>
    </dsp:sp>
    <dsp:sp modelId="{3A907CCB-FC10-4095-9110-0BF57EEB27F8}">
      <dsp:nvSpPr>
        <dsp:cNvPr id="0" name=""/>
        <dsp:cNvSpPr/>
      </dsp:nvSpPr>
      <dsp:spPr>
        <a:xfrm>
          <a:off x="0" y="1019519"/>
          <a:ext cx="743210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89EC96-715B-4CCB-9D36-5F595440BF73}">
      <dsp:nvSpPr>
        <dsp:cNvPr id="0" name=""/>
        <dsp:cNvSpPr/>
      </dsp:nvSpPr>
      <dsp:spPr>
        <a:xfrm>
          <a:off x="371605" y="783359"/>
          <a:ext cx="520247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641" tIns="0" rIns="196641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i="1" kern="1200">
              <a:solidFill>
                <a:srgbClr val="F2F2F2"/>
              </a:solidFill>
              <a:latin typeface="Lucida Bright"/>
              <a:ea typeface="+mn-ea"/>
              <a:cs typeface="Arial"/>
            </a:rPr>
            <a:t>Found in water, food, air, soil, and everyday products</a:t>
          </a:r>
          <a:endParaRPr lang="en-US" sz="1600" b="1" i="1" kern="1200">
            <a:solidFill>
              <a:srgbClr val="F2F2F2"/>
            </a:solidFill>
            <a:latin typeface="Lucida Bright"/>
            <a:ea typeface="+mn-ea"/>
            <a:cs typeface="+mn-cs"/>
          </a:endParaRPr>
        </a:p>
      </dsp:txBody>
      <dsp:txXfrm>
        <a:off x="394662" y="806416"/>
        <a:ext cx="5156362" cy="426206"/>
      </dsp:txXfrm>
    </dsp:sp>
    <dsp:sp modelId="{E73F6113-C48B-45C9-ADA0-03BB99853BD8}">
      <dsp:nvSpPr>
        <dsp:cNvPr id="0" name=""/>
        <dsp:cNvSpPr/>
      </dsp:nvSpPr>
      <dsp:spPr>
        <a:xfrm>
          <a:off x="0" y="1745279"/>
          <a:ext cx="743210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ECDC6-987C-47E1-B705-855FC00AA8B2}">
      <dsp:nvSpPr>
        <dsp:cNvPr id="0" name=""/>
        <dsp:cNvSpPr/>
      </dsp:nvSpPr>
      <dsp:spPr>
        <a:xfrm>
          <a:off x="371605" y="1509119"/>
          <a:ext cx="520247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641" tIns="0" rIns="19664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i="1" kern="1200">
              <a:solidFill>
                <a:srgbClr val="F2F2F2"/>
              </a:solidFill>
              <a:latin typeface="Lucida Bright"/>
              <a:ea typeface="+mn-ea"/>
              <a:cs typeface="Arial"/>
            </a:rPr>
            <a:t>Primary microplastics: manufactured microbeads and fibers</a:t>
          </a:r>
          <a:endParaRPr lang="en-US" sz="1600" b="1" i="1" kern="1200">
            <a:solidFill>
              <a:srgbClr val="F2F2F2"/>
            </a:solidFill>
            <a:latin typeface="Lucida Bright"/>
            <a:ea typeface="+mn-ea"/>
            <a:cs typeface="+mn-cs"/>
          </a:endParaRPr>
        </a:p>
      </dsp:txBody>
      <dsp:txXfrm>
        <a:off x="394662" y="1532176"/>
        <a:ext cx="5156362" cy="426206"/>
      </dsp:txXfrm>
    </dsp:sp>
    <dsp:sp modelId="{329D69BD-BEAD-44D2-872B-01F4FE23819B}">
      <dsp:nvSpPr>
        <dsp:cNvPr id="0" name=""/>
        <dsp:cNvSpPr/>
      </dsp:nvSpPr>
      <dsp:spPr>
        <a:xfrm>
          <a:off x="0" y="2471039"/>
          <a:ext cx="743210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6A003-8BB8-4BCD-A830-C44F30C35AEA}">
      <dsp:nvSpPr>
        <dsp:cNvPr id="0" name=""/>
        <dsp:cNvSpPr/>
      </dsp:nvSpPr>
      <dsp:spPr>
        <a:xfrm>
          <a:off x="371605" y="2234879"/>
          <a:ext cx="520247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641" tIns="0" rIns="196641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i="1" kern="1200">
              <a:solidFill>
                <a:srgbClr val="F2F2F2"/>
              </a:solidFill>
              <a:latin typeface="Lucida Bright"/>
              <a:ea typeface="+mn-ea"/>
              <a:cs typeface="Arial"/>
            </a:rPr>
            <a:t>Secondary microplastics: fragments from broken-down plastics</a:t>
          </a:r>
        </a:p>
      </dsp:txBody>
      <dsp:txXfrm>
        <a:off x="394662" y="2257936"/>
        <a:ext cx="5156362" cy="426206"/>
      </dsp:txXfrm>
    </dsp:sp>
    <dsp:sp modelId="{CED1B186-3390-40AB-97F7-27C2E9FB5910}">
      <dsp:nvSpPr>
        <dsp:cNvPr id="0" name=""/>
        <dsp:cNvSpPr/>
      </dsp:nvSpPr>
      <dsp:spPr>
        <a:xfrm>
          <a:off x="0" y="3196800"/>
          <a:ext cx="743210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3F71DA-C432-4C29-96F9-68E0EAC29C03}">
      <dsp:nvSpPr>
        <dsp:cNvPr id="0" name=""/>
        <dsp:cNvSpPr/>
      </dsp:nvSpPr>
      <dsp:spPr>
        <a:xfrm>
          <a:off x="371605" y="2960640"/>
          <a:ext cx="520247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641" tIns="0" rIns="196641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i="1" kern="1200">
              <a:solidFill>
                <a:srgbClr val="F2F2F2"/>
              </a:solidFill>
              <a:latin typeface="Lucida Bright"/>
              <a:ea typeface="+mn-ea"/>
              <a:cs typeface="Arial"/>
            </a:rPr>
            <a:t>Small enough to enter bodies and ecosystems</a:t>
          </a:r>
        </a:p>
      </dsp:txBody>
      <dsp:txXfrm>
        <a:off x="394662" y="2983697"/>
        <a:ext cx="5156362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D44774-8CBD-4BAE-8746-EA8A91EB37DA}">
      <dsp:nvSpPr>
        <dsp:cNvPr id="0" name=""/>
        <dsp:cNvSpPr/>
      </dsp:nvSpPr>
      <dsp:spPr>
        <a:xfrm>
          <a:off x="0" y="316493"/>
          <a:ext cx="787835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D9265F-EBF0-4EB7-8828-6AA6F270625E}">
      <dsp:nvSpPr>
        <dsp:cNvPr id="0" name=""/>
        <dsp:cNvSpPr/>
      </dsp:nvSpPr>
      <dsp:spPr>
        <a:xfrm>
          <a:off x="393917" y="36053"/>
          <a:ext cx="5514845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448" tIns="0" rIns="208448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i="1" kern="1200">
              <a:solidFill>
                <a:srgbClr val="FFFFFF"/>
              </a:solidFill>
              <a:latin typeface="Lucida Bright"/>
              <a:ea typeface="+mn-ea"/>
              <a:cs typeface="Arial"/>
            </a:rPr>
            <a:t>MPs are found everywhere</a:t>
          </a:r>
        </a:p>
      </dsp:txBody>
      <dsp:txXfrm>
        <a:off x="421297" y="63433"/>
        <a:ext cx="5460085" cy="506120"/>
      </dsp:txXfrm>
    </dsp:sp>
    <dsp:sp modelId="{CED1B186-3390-40AB-97F7-27C2E9FB5910}">
      <dsp:nvSpPr>
        <dsp:cNvPr id="0" name=""/>
        <dsp:cNvSpPr/>
      </dsp:nvSpPr>
      <dsp:spPr>
        <a:xfrm>
          <a:off x="0" y="1178333"/>
          <a:ext cx="787835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3F71DA-C432-4C29-96F9-68E0EAC29C03}">
      <dsp:nvSpPr>
        <dsp:cNvPr id="0" name=""/>
        <dsp:cNvSpPr/>
      </dsp:nvSpPr>
      <dsp:spPr>
        <a:xfrm>
          <a:off x="393917" y="897893"/>
          <a:ext cx="5514845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448" tIns="0" rIns="20844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i="1" kern="1200">
              <a:solidFill>
                <a:srgbClr val="F2F2F2"/>
              </a:solidFill>
              <a:latin typeface="Lucida Bright"/>
              <a:ea typeface="+mn-ea"/>
              <a:cs typeface="Arial"/>
            </a:rPr>
            <a:t>Ingested by marine organisms</a:t>
          </a:r>
          <a:endParaRPr lang="en" kern="120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sp:txBody>
      <dsp:txXfrm>
        <a:off x="421297" y="925273"/>
        <a:ext cx="5460085" cy="506120"/>
      </dsp:txXfrm>
    </dsp:sp>
    <dsp:sp modelId="{B6225FD1-C4DE-4CD2-9FC0-76E9B778BBC8}">
      <dsp:nvSpPr>
        <dsp:cNvPr id="0" name=""/>
        <dsp:cNvSpPr/>
      </dsp:nvSpPr>
      <dsp:spPr>
        <a:xfrm>
          <a:off x="0" y="2040173"/>
          <a:ext cx="787835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120A6-81BB-4133-B125-476C5674ECFB}">
      <dsp:nvSpPr>
        <dsp:cNvPr id="0" name=""/>
        <dsp:cNvSpPr/>
      </dsp:nvSpPr>
      <dsp:spPr>
        <a:xfrm>
          <a:off x="393917" y="1759733"/>
          <a:ext cx="5514845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448" tIns="0" rIns="208448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i="1" kern="1200">
              <a:solidFill>
                <a:srgbClr val="F2F2F2"/>
              </a:solidFill>
              <a:latin typeface="Lucida Bright"/>
              <a:ea typeface="+mn-ea"/>
              <a:cs typeface="Arial"/>
            </a:rPr>
            <a:t>Bioaccumulate inside the food chain</a:t>
          </a:r>
        </a:p>
      </dsp:txBody>
      <dsp:txXfrm>
        <a:off x="421297" y="1787113"/>
        <a:ext cx="5460085" cy="506120"/>
      </dsp:txXfrm>
    </dsp:sp>
    <dsp:sp modelId="{6069B1CD-5FE0-4DE4-8031-EE7C9D26BDC4}">
      <dsp:nvSpPr>
        <dsp:cNvPr id="0" name=""/>
        <dsp:cNvSpPr/>
      </dsp:nvSpPr>
      <dsp:spPr>
        <a:xfrm>
          <a:off x="0" y="2902013"/>
          <a:ext cx="787835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D1FECA-3AA3-492C-86BF-0FDC79F74BAF}">
      <dsp:nvSpPr>
        <dsp:cNvPr id="0" name=""/>
        <dsp:cNvSpPr/>
      </dsp:nvSpPr>
      <dsp:spPr>
        <a:xfrm>
          <a:off x="393917" y="2621573"/>
          <a:ext cx="5514845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448" tIns="0" rIns="208448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i="1" kern="1200">
              <a:solidFill>
                <a:srgbClr val="F2F2F2"/>
              </a:solidFill>
              <a:latin typeface="Lucida Bright"/>
              <a:ea typeface="+mn-ea"/>
              <a:cs typeface="Arial"/>
            </a:rPr>
            <a:t>Disrupt zooplankton, harming marine food webs</a:t>
          </a:r>
        </a:p>
      </dsp:txBody>
      <dsp:txXfrm>
        <a:off x="421297" y="2648953"/>
        <a:ext cx="5460085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8B4CA-A650-443E-98C3-5FD6B222F6FE}">
      <dsp:nvSpPr>
        <dsp:cNvPr id="0" name=""/>
        <dsp:cNvSpPr/>
      </dsp:nvSpPr>
      <dsp:spPr>
        <a:xfrm>
          <a:off x="0" y="368362"/>
          <a:ext cx="752657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57494-5BA3-4D0B-800E-962E4C25BD78}">
      <dsp:nvSpPr>
        <dsp:cNvPr id="0" name=""/>
        <dsp:cNvSpPr/>
      </dsp:nvSpPr>
      <dsp:spPr>
        <a:xfrm>
          <a:off x="376328" y="73162"/>
          <a:ext cx="526860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41" tIns="0" rIns="199141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i="1" kern="1200">
              <a:solidFill>
                <a:schemeClr val="bg1"/>
              </a:solidFill>
              <a:latin typeface="Lucida Bright"/>
              <a:ea typeface="+mn-ea"/>
              <a:cs typeface="Arial"/>
            </a:rPr>
            <a:t>Global aquaculture production hit 130.9 million </a:t>
          </a:r>
          <a:r>
            <a:rPr lang="en" sz="1600" b="1" i="1" kern="1200" err="1">
              <a:solidFill>
                <a:schemeClr val="bg1"/>
              </a:solidFill>
              <a:latin typeface="Lucida Bright"/>
              <a:ea typeface="+mn-ea"/>
              <a:cs typeface="Arial"/>
            </a:rPr>
            <a:t>tonnes</a:t>
          </a:r>
          <a:r>
            <a:rPr lang="en" sz="1600" b="1" i="1" kern="1200">
              <a:solidFill>
                <a:schemeClr val="bg1"/>
              </a:solidFill>
              <a:latin typeface="Lucida Bright"/>
              <a:ea typeface="+mn-ea"/>
              <a:cs typeface="Arial"/>
            </a:rPr>
            <a:t> in 2022</a:t>
          </a:r>
          <a:endParaRPr lang="en-US" sz="1600" b="1" i="1" kern="1200">
            <a:solidFill>
              <a:schemeClr val="bg1"/>
            </a:solidFill>
            <a:latin typeface="Lucida Bright"/>
            <a:ea typeface="+mn-ea"/>
            <a:cs typeface="+mn-cs"/>
          </a:endParaRPr>
        </a:p>
      </dsp:txBody>
      <dsp:txXfrm>
        <a:off x="405149" y="101983"/>
        <a:ext cx="5210961" cy="532758"/>
      </dsp:txXfrm>
    </dsp:sp>
    <dsp:sp modelId="{695A1105-D9BF-48AD-B39E-81C9DABCA581}">
      <dsp:nvSpPr>
        <dsp:cNvPr id="0" name=""/>
        <dsp:cNvSpPr/>
      </dsp:nvSpPr>
      <dsp:spPr>
        <a:xfrm>
          <a:off x="0" y="1275562"/>
          <a:ext cx="752657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11E2A9-F103-46DB-9559-A4469C5A4F1D}">
      <dsp:nvSpPr>
        <dsp:cNvPr id="0" name=""/>
        <dsp:cNvSpPr/>
      </dsp:nvSpPr>
      <dsp:spPr>
        <a:xfrm>
          <a:off x="376328" y="980362"/>
          <a:ext cx="526860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41" tIns="0" rIns="199141" bIns="0" numCol="1" spcCol="127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i="1" kern="1200">
              <a:solidFill>
                <a:schemeClr val="bg1"/>
              </a:solidFill>
              <a:latin typeface="Lucida Bright"/>
              <a:ea typeface="+mn-ea"/>
              <a:cs typeface="Arial"/>
            </a:rPr>
            <a:t>2022 production includes about 94.4 million </a:t>
          </a:r>
          <a:r>
            <a:rPr lang="en" sz="1600" b="1" i="1" kern="1200" err="1">
              <a:solidFill>
                <a:schemeClr val="bg1"/>
              </a:solidFill>
              <a:latin typeface="Lucida Bright"/>
              <a:ea typeface="+mn-ea"/>
              <a:cs typeface="Arial"/>
            </a:rPr>
            <a:t>tonnes</a:t>
          </a:r>
          <a:r>
            <a:rPr lang="en" sz="1600" b="1" i="1" kern="1200">
              <a:solidFill>
                <a:schemeClr val="bg1"/>
              </a:solidFill>
              <a:latin typeface="Lucida Bright"/>
              <a:ea typeface="+mn-ea"/>
              <a:cs typeface="Arial"/>
            </a:rPr>
            <a:t> of aquatic animals</a:t>
          </a:r>
          <a:endParaRPr lang="en" sz="1600" i="1" kern="1200">
            <a:solidFill>
              <a:schemeClr val="bg1"/>
            </a:solidFill>
            <a:latin typeface="Arial"/>
            <a:ea typeface="+mn-ea"/>
            <a:cs typeface="Arial"/>
          </a:endParaRPr>
        </a:p>
      </dsp:txBody>
      <dsp:txXfrm>
        <a:off x="405149" y="1009183"/>
        <a:ext cx="5210961" cy="532758"/>
      </dsp:txXfrm>
    </dsp:sp>
    <dsp:sp modelId="{E73F6113-C48B-45C9-ADA0-03BB99853BD8}">
      <dsp:nvSpPr>
        <dsp:cNvPr id="0" name=""/>
        <dsp:cNvSpPr/>
      </dsp:nvSpPr>
      <dsp:spPr>
        <a:xfrm>
          <a:off x="0" y="2182762"/>
          <a:ext cx="752657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ECDC6-987C-47E1-B705-855FC00AA8B2}">
      <dsp:nvSpPr>
        <dsp:cNvPr id="0" name=""/>
        <dsp:cNvSpPr/>
      </dsp:nvSpPr>
      <dsp:spPr>
        <a:xfrm>
          <a:off x="376328" y="1887562"/>
          <a:ext cx="526860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41" tIns="0" rIns="199141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i="1" kern="1200">
              <a:solidFill>
                <a:schemeClr val="bg1"/>
              </a:solidFill>
              <a:latin typeface="Lucida Bright"/>
              <a:ea typeface="Calibri"/>
              <a:cs typeface="Calibri"/>
            </a:rPr>
            <a:t>This makes aquaculture over 50 % of aquatic animal production</a:t>
          </a:r>
          <a:endParaRPr lang="en-US" sz="1600" b="1" i="1" kern="1200">
            <a:solidFill>
              <a:schemeClr val="bg1"/>
            </a:solidFill>
            <a:latin typeface="Lucida Bright"/>
            <a:ea typeface="+mn-ea"/>
            <a:cs typeface="+mn-cs"/>
          </a:endParaRPr>
        </a:p>
      </dsp:txBody>
      <dsp:txXfrm>
        <a:off x="405149" y="1916383"/>
        <a:ext cx="5210961" cy="532758"/>
      </dsp:txXfrm>
    </dsp:sp>
    <dsp:sp modelId="{329D69BD-BEAD-44D2-872B-01F4FE23819B}">
      <dsp:nvSpPr>
        <dsp:cNvPr id="0" name=""/>
        <dsp:cNvSpPr/>
      </dsp:nvSpPr>
      <dsp:spPr>
        <a:xfrm>
          <a:off x="0" y="3089962"/>
          <a:ext cx="752657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6A003-8BB8-4BCD-A830-C44F30C35AEA}">
      <dsp:nvSpPr>
        <dsp:cNvPr id="0" name=""/>
        <dsp:cNvSpPr/>
      </dsp:nvSpPr>
      <dsp:spPr>
        <a:xfrm>
          <a:off x="376328" y="2794762"/>
          <a:ext cx="526860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41" tIns="0" rIns="199141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System that can improve yield rates, can have real impact on the global scale</a:t>
          </a:r>
        </a:p>
      </dsp:txBody>
      <dsp:txXfrm>
        <a:off x="405149" y="2823583"/>
        <a:ext cx="5210961" cy="532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8B4CA-A650-443E-98C3-5FD6B222F6FE}">
      <dsp:nvSpPr>
        <dsp:cNvPr id="0" name=""/>
        <dsp:cNvSpPr/>
      </dsp:nvSpPr>
      <dsp:spPr>
        <a:xfrm>
          <a:off x="0" y="363599"/>
          <a:ext cx="611687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57494-5BA3-4D0B-800E-962E4C25BD78}">
      <dsp:nvSpPr>
        <dsp:cNvPr id="0" name=""/>
        <dsp:cNvSpPr/>
      </dsp:nvSpPr>
      <dsp:spPr>
        <a:xfrm>
          <a:off x="305843" y="68399"/>
          <a:ext cx="428181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42" tIns="0" rIns="161842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FTIR, Raman and SEM-EDS</a:t>
          </a:r>
        </a:p>
      </dsp:txBody>
      <dsp:txXfrm>
        <a:off x="334664" y="97220"/>
        <a:ext cx="4224171" cy="532758"/>
      </dsp:txXfrm>
    </dsp:sp>
    <dsp:sp modelId="{3A907CCB-FC10-4095-9110-0BF57EEB27F8}">
      <dsp:nvSpPr>
        <dsp:cNvPr id="0" name=""/>
        <dsp:cNvSpPr/>
      </dsp:nvSpPr>
      <dsp:spPr>
        <a:xfrm>
          <a:off x="0" y="1270799"/>
          <a:ext cx="611687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89EC96-715B-4CCB-9D36-5F595440BF73}">
      <dsp:nvSpPr>
        <dsp:cNvPr id="0" name=""/>
        <dsp:cNvSpPr/>
      </dsp:nvSpPr>
      <dsp:spPr>
        <a:xfrm>
          <a:off x="305843" y="975599"/>
          <a:ext cx="428181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42" tIns="0" rIns="161842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Expensive ($10,000 or more)</a:t>
          </a:r>
        </a:p>
      </dsp:txBody>
      <dsp:txXfrm>
        <a:off x="334664" y="1004420"/>
        <a:ext cx="4224171" cy="532758"/>
      </dsp:txXfrm>
    </dsp:sp>
    <dsp:sp modelId="{E73F6113-C48B-45C9-ADA0-03BB99853BD8}">
      <dsp:nvSpPr>
        <dsp:cNvPr id="0" name=""/>
        <dsp:cNvSpPr/>
      </dsp:nvSpPr>
      <dsp:spPr>
        <a:xfrm>
          <a:off x="0" y="2178000"/>
          <a:ext cx="611687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ECDC6-987C-47E1-B705-855FC00AA8B2}">
      <dsp:nvSpPr>
        <dsp:cNvPr id="0" name=""/>
        <dsp:cNvSpPr/>
      </dsp:nvSpPr>
      <dsp:spPr>
        <a:xfrm>
          <a:off x="305843" y="1882800"/>
          <a:ext cx="428181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42" tIns="0" rIns="161842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Lab-based (slow results)</a:t>
          </a:r>
        </a:p>
      </dsp:txBody>
      <dsp:txXfrm>
        <a:off x="334664" y="1911621"/>
        <a:ext cx="4224171" cy="532758"/>
      </dsp:txXfrm>
    </dsp:sp>
    <dsp:sp modelId="{329D69BD-BEAD-44D2-872B-01F4FE23819B}">
      <dsp:nvSpPr>
        <dsp:cNvPr id="0" name=""/>
        <dsp:cNvSpPr/>
      </dsp:nvSpPr>
      <dsp:spPr>
        <a:xfrm>
          <a:off x="0" y="3085200"/>
          <a:ext cx="611687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6A003-8BB8-4BCD-A830-C44F30C35AEA}">
      <dsp:nvSpPr>
        <dsp:cNvPr id="0" name=""/>
        <dsp:cNvSpPr/>
      </dsp:nvSpPr>
      <dsp:spPr>
        <a:xfrm>
          <a:off x="305843" y="2790000"/>
          <a:ext cx="4281813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42" tIns="0" rIns="161842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Difficult to use</a:t>
          </a:r>
        </a:p>
      </dsp:txBody>
      <dsp:txXfrm>
        <a:off x="334664" y="2818821"/>
        <a:ext cx="4224171" cy="532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909E5-44BE-4EF3-8B68-4270BD2CF067}">
      <dsp:nvSpPr>
        <dsp:cNvPr id="0" name=""/>
        <dsp:cNvSpPr/>
      </dsp:nvSpPr>
      <dsp:spPr>
        <a:xfrm>
          <a:off x="0" y="306667"/>
          <a:ext cx="751705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1750-9A88-45C2-8493-F92A639A5E51}">
      <dsp:nvSpPr>
        <dsp:cNvPr id="0" name=""/>
        <dsp:cNvSpPr/>
      </dsp:nvSpPr>
      <dsp:spPr>
        <a:xfrm>
          <a:off x="375852" y="40987"/>
          <a:ext cx="5261936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89" tIns="0" rIns="198889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Real-time Microplastics Detection</a:t>
          </a:r>
        </a:p>
      </dsp:txBody>
      <dsp:txXfrm>
        <a:off x="401791" y="66926"/>
        <a:ext cx="5210058" cy="479482"/>
      </dsp:txXfrm>
    </dsp:sp>
    <dsp:sp modelId="{5C0B3D37-C9E9-4A5F-8C4D-CA9D5CAAA79C}">
      <dsp:nvSpPr>
        <dsp:cNvPr id="0" name=""/>
        <dsp:cNvSpPr/>
      </dsp:nvSpPr>
      <dsp:spPr>
        <a:xfrm>
          <a:off x="0" y="1123147"/>
          <a:ext cx="751705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24291-02AB-4798-9916-0B0A5FC48DE5}">
      <dsp:nvSpPr>
        <dsp:cNvPr id="0" name=""/>
        <dsp:cNvSpPr/>
      </dsp:nvSpPr>
      <dsp:spPr>
        <a:xfrm>
          <a:off x="375852" y="857467"/>
          <a:ext cx="5261936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89" tIns="0" rIns="198889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Cost Effective Design</a:t>
          </a:r>
        </a:p>
      </dsp:txBody>
      <dsp:txXfrm>
        <a:off x="401791" y="883406"/>
        <a:ext cx="5210058" cy="479482"/>
      </dsp:txXfrm>
    </dsp:sp>
    <dsp:sp modelId="{5F2B16F2-D844-4024-AC7D-B4AFC8B78786}">
      <dsp:nvSpPr>
        <dsp:cNvPr id="0" name=""/>
        <dsp:cNvSpPr/>
      </dsp:nvSpPr>
      <dsp:spPr>
        <a:xfrm>
          <a:off x="0" y="1939627"/>
          <a:ext cx="751705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52E35-0080-4AAF-A158-043693C82C6D}">
      <dsp:nvSpPr>
        <dsp:cNvPr id="0" name=""/>
        <dsp:cNvSpPr/>
      </dsp:nvSpPr>
      <dsp:spPr>
        <a:xfrm>
          <a:off x="375852" y="1673947"/>
          <a:ext cx="5261936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89" tIns="0" rIns="198889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App Connectivity</a:t>
          </a:r>
        </a:p>
      </dsp:txBody>
      <dsp:txXfrm>
        <a:off x="401791" y="1699886"/>
        <a:ext cx="5210058" cy="479482"/>
      </dsp:txXfrm>
    </dsp:sp>
    <dsp:sp modelId="{488613ED-82E0-4399-9DE4-D6CB3F59A048}">
      <dsp:nvSpPr>
        <dsp:cNvPr id="0" name=""/>
        <dsp:cNvSpPr/>
      </dsp:nvSpPr>
      <dsp:spPr>
        <a:xfrm>
          <a:off x="0" y="2756107"/>
          <a:ext cx="751705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19C138-DBB2-4C3C-AB30-7A18DC578792}">
      <dsp:nvSpPr>
        <dsp:cNvPr id="0" name=""/>
        <dsp:cNvSpPr/>
      </dsp:nvSpPr>
      <dsp:spPr>
        <a:xfrm>
          <a:off x="375852" y="2490427"/>
          <a:ext cx="5261936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89" tIns="0" rIns="198889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Portability</a:t>
          </a:r>
        </a:p>
      </dsp:txBody>
      <dsp:txXfrm>
        <a:off x="401791" y="2516366"/>
        <a:ext cx="5210058" cy="479482"/>
      </dsp:txXfrm>
    </dsp:sp>
    <dsp:sp modelId="{82C3209D-2351-4396-811B-E03A13EABDD6}">
      <dsp:nvSpPr>
        <dsp:cNvPr id="0" name=""/>
        <dsp:cNvSpPr/>
      </dsp:nvSpPr>
      <dsp:spPr>
        <a:xfrm>
          <a:off x="0" y="3572587"/>
          <a:ext cx="751705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552A55-6827-49A9-A351-1F0805FACBB6}">
      <dsp:nvSpPr>
        <dsp:cNvPr id="0" name=""/>
        <dsp:cNvSpPr/>
      </dsp:nvSpPr>
      <dsp:spPr>
        <a:xfrm>
          <a:off x="375852" y="3306907"/>
          <a:ext cx="5261936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89" tIns="0" rIns="198889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Field Ready</a:t>
          </a:r>
        </a:p>
      </dsp:txBody>
      <dsp:txXfrm>
        <a:off x="401791" y="3332846"/>
        <a:ext cx="5210058" cy="4794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909E5-44BE-4EF3-8B68-4270BD2CF067}">
      <dsp:nvSpPr>
        <dsp:cNvPr id="0" name=""/>
        <dsp:cNvSpPr/>
      </dsp:nvSpPr>
      <dsp:spPr>
        <a:xfrm>
          <a:off x="0" y="304428"/>
          <a:ext cx="3782621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1750-9A88-45C2-8493-F92A639A5E51}">
      <dsp:nvSpPr>
        <dsp:cNvPr id="0" name=""/>
        <dsp:cNvSpPr/>
      </dsp:nvSpPr>
      <dsp:spPr>
        <a:xfrm>
          <a:off x="189131" y="9228"/>
          <a:ext cx="2647834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82" tIns="0" rIns="100082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Copper Construction</a:t>
          </a:r>
        </a:p>
      </dsp:txBody>
      <dsp:txXfrm>
        <a:off x="217952" y="38049"/>
        <a:ext cx="2590192" cy="5327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909E5-44BE-4EF3-8B68-4270BD2CF067}">
      <dsp:nvSpPr>
        <dsp:cNvPr id="0" name=""/>
        <dsp:cNvSpPr/>
      </dsp:nvSpPr>
      <dsp:spPr>
        <a:xfrm>
          <a:off x="0" y="304428"/>
          <a:ext cx="3782621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1750-9A88-45C2-8493-F92A639A5E51}">
      <dsp:nvSpPr>
        <dsp:cNvPr id="0" name=""/>
        <dsp:cNvSpPr/>
      </dsp:nvSpPr>
      <dsp:spPr>
        <a:xfrm>
          <a:off x="189131" y="9228"/>
          <a:ext cx="2647834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82" tIns="0" rIns="100082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Modular Construction</a:t>
          </a:r>
        </a:p>
      </dsp:txBody>
      <dsp:txXfrm>
        <a:off x="217952" y="38049"/>
        <a:ext cx="2590192" cy="53275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909E5-44BE-4EF3-8B68-4270BD2CF067}">
      <dsp:nvSpPr>
        <dsp:cNvPr id="0" name=""/>
        <dsp:cNvSpPr/>
      </dsp:nvSpPr>
      <dsp:spPr>
        <a:xfrm>
          <a:off x="0" y="304428"/>
          <a:ext cx="3782621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1750-9A88-45C2-8493-F92A639A5E51}">
      <dsp:nvSpPr>
        <dsp:cNvPr id="0" name=""/>
        <dsp:cNvSpPr/>
      </dsp:nvSpPr>
      <dsp:spPr>
        <a:xfrm>
          <a:off x="189131" y="9228"/>
          <a:ext cx="2647834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82" tIns="0" rIns="100082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Simple Maintenance</a:t>
          </a:r>
        </a:p>
      </dsp:txBody>
      <dsp:txXfrm>
        <a:off x="217952" y="38049"/>
        <a:ext cx="2590192" cy="5327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909E5-44BE-4EF3-8B68-4270BD2CF067}">
      <dsp:nvSpPr>
        <dsp:cNvPr id="0" name=""/>
        <dsp:cNvSpPr/>
      </dsp:nvSpPr>
      <dsp:spPr>
        <a:xfrm>
          <a:off x="0" y="304428"/>
          <a:ext cx="3782621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1750-9A88-45C2-8493-F92A639A5E51}">
      <dsp:nvSpPr>
        <dsp:cNvPr id="0" name=""/>
        <dsp:cNvSpPr/>
      </dsp:nvSpPr>
      <dsp:spPr>
        <a:xfrm>
          <a:off x="189131" y="9228"/>
          <a:ext cx="2647834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82" tIns="0" rIns="100082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App based intuitive data access</a:t>
          </a:r>
        </a:p>
      </dsp:txBody>
      <dsp:txXfrm>
        <a:off x="217952" y="38049"/>
        <a:ext cx="2590192" cy="5327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4EE9F-B4E2-4D36-B2B5-B1BFEFE29A7B}">
      <dsp:nvSpPr>
        <dsp:cNvPr id="0" name=""/>
        <dsp:cNvSpPr/>
      </dsp:nvSpPr>
      <dsp:spPr>
        <a:xfrm rot="5400000">
          <a:off x="-234456" y="234456"/>
          <a:ext cx="1563046" cy="1094132"/>
        </a:xfrm>
        <a:prstGeom prst="chevr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>
            <a:latin typeface="Aptos Display" panose="020F0302020204030204"/>
          </a:endParaRPr>
        </a:p>
      </dsp:txBody>
      <dsp:txXfrm rot="-5400000">
        <a:off x="1" y="547065"/>
        <a:ext cx="1094132" cy="468914"/>
      </dsp:txXfrm>
    </dsp:sp>
    <dsp:sp modelId="{A47C4B1C-11DC-4B33-A675-CE13949124DA}">
      <dsp:nvSpPr>
        <dsp:cNvPr id="0" name=""/>
        <dsp:cNvSpPr/>
      </dsp:nvSpPr>
      <dsp:spPr>
        <a:xfrm rot="5400000">
          <a:off x="2390413" y="-1296280"/>
          <a:ext cx="1015979" cy="36085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>
              <a:solidFill>
                <a:schemeClr val="tx2">
                  <a:lumMod val="76000"/>
                  <a:lumOff val="24000"/>
                </a:schemeClr>
              </a:solidFill>
              <a:latin typeface="Aptos Display" panose="020F0302020204030204"/>
            </a:rPr>
            <a:t>Prototype Demonstration</a:t>
          </a:r>
          <a:endParaRPr lang="en-US" sz="2000" b="1" i="1" kern="1200">
            <a:solidFill>
              <a:srgbClr val="000000"/>
            </a:solidFill>
            <a:latin typeface="Aptos Display" panose="020F0302020204030204"/>
          </a:endParaRPr>
        </a:p>
      </dsp:txBody>
      <dsp:txXfrm rot="-5400000">
        <a:off x="1094132" y="49597"/>
        <a:ext cx="3558945" cy="91678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909E5-44BE-4EF3-8B68-4270BD2CF067}">
      <dsp:nvSpPr>
        <dsp:cNvPr id="0" name=""/>
        <dsp:cNvSpPr/>
      </dsp:nvSpPr>
      <dsp:spPr>
        <a:xfrm>
          <a:off x="0" y="220729"/>
          <a:ext cx="4932809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1750-9A88-45C2-8493-F92A639A5E51}">
      <dsp:nvSpPr>
        <dsp:cNvPr id="0" name=""/>
        <dsp:cNvSpPr/>
      </dsp:nvSpPr>
      <dsp:spPr>
        <a:xfrm>
          <a:off x="246640" y="14089"/>
          <a:ext cx="3452966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514" tIns="0" rIns="130514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Centralized Data Access</a:t>
          </a:r>
        </a:p>
      </dsp:txBody>
      <dsp:txXfrm>
        <a:off x="266815" y="34264"/>
        <a:ext cx="3412616" cy="37293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909E5-44BE-4EF3-8B68-4270BD2CF067}">
      <dsp:nvSpPr>
        <dsp:cNvPr id="0" name=""/>
        <dsp:cNvSpPr/>
      </dsp:nvSpPr>
      <dsp:spPr>
        <a:xfrm>
          <a:off x="0" y="313586"/>
          <a:ext cx="458775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1750-9A88-45C2-8493-F92A639A5E51}">
      <dsp:nvSpPr>
        <dsp:cNvPr id="0" name=""/>
        <dsp:cNvSpPr/>
      </dsp:nvSpPr>
      <dsp:spPr>
        <a:xfrm>
          <a:off x="229387" y="3625"/>
          <a:ext cx="3211427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384" tIns="0" rIns="121384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Intuitive User Interface</a:t>
          </a:r>
          <a:endParaRPr lang="en-US" sz="1400" b="0" i="0" kern="1200">
            <a:solidFill>
              <a:srgbClr val="FFFFFF"/>
            </a:solidFill>
            <a:latin typeface="Lucida Bright"/>
            <a:ea typeface="+mn-ea"/>
            <a:cs typeface="+mn-cs"/>
          </a:endParaRPr>
        </a:p>
      </dsp:txBody>
      <dsp:txXfrm>
        <a:off x="259649" y="33887"/>
        <a:ext cx="3150903" cy="55939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8D871-E525-4F8D-AECA-A0E7C9D55085}">
      <dsp:nvSpPr>
        <dsp:cNvPr id="0" name=""/>
        <dsp:cNvSpPr/>
      </dsp:nvSpPr>
      <dsp:spPr>
        <a:xfrm>
          <a:off x="0" y="253422"/>
          <a:ext cx="48753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F4C9A-348E-4426-90B7-0138375ADF2D}">
      <dsp:nvSpPr>
        <dsp:cNvPr id="0" name=""/>
        <dsp:cNvSpPr/>
      </dsp:nvSpPr>
      <dsp:spPr>
        <a:xfrm>
          <a:off x="243765" y="17261"/>
          <a:ext cx="341271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992" tIns="0" rIns="128992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Real-Time Data Reporting</a:t>
          </a:r>
        </a:p>
      </dsp:txBody>
      <dsp:txXfrm>
        <a:off x="266822" y="40318"/>
        <a:ext cx="3366596" cy="42620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8D871-E525-4F8D-AECA-A0E7C9D55085}">
      <dsp:nvSpPr>
        <dsp:cNvPr id="0" name=""/>
        <dsp:cNvSpPr/>
      </dsp:nvSpPr>
      <dsp:spPr>
        <a:xfrm>
          <a:off x="0" y="280893"/>
          <a:ext cx="4875298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F4C9A-348E-4426-90B7-0138375ADF2D}">
      <dsp:nvSpPr>
        <dsp:cNvPr id="0" name=""/>
        <dsp:cNvSpPr/>
      </dsp:nvSpPr>
      <dsp:spPr>
        <a:xfrm>
          <a:off x="243764" y="453"/>
          <a:ext cx="3412709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992" tIns="0" rIns="128992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Easy, On the Go access</a:t>
          </a:r>
        </a:p>
      </dsp:txBody>
      <dsp:txXfrm>
        <a:off x="271144" y="27833"/>
        <a:ext cx="3357949" cy="50612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8B4CA-A650-443E-98C3-5FD6B222F6FE}">
      <dsp:nvSpPr>
        <dsp:cNvPr id="0" name=""/>
        <dsp:cNvSpPr/>
      </dsp:nvSpPr>
      <dsp:spPr>
        <a:xfrm>
          <a:off x="0" y="306667"/>
          <a:ext cx="751705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57494-5BA3-4D0B-800E-962E4C25BD78}">
      <dsp:nvSpPr>
        <dsp:cNvPr id="0" name=""/>
        <dsp:cNvSpPr/>
      </dsp:nvSpPr>
      <dsp:spPr>
        <a:xfrm>
          <a:off x="375852" y="40987"/>
          <a:ext cx="5261936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89" tIns="0" rIns="198889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New government regulations for tracking MPs</a:t>
          </a:r>
        </a:p>
      </dsp:txBody>
      <dsp:txXfrm>
        <a:off x="401791" y="66926"/>
        <a:ext cx="5210058" cy="479482"/>
      </dsp:txXfrm>
    </dsp:sp>
    <dsp:sp modelId="{3A907CCB-FC10-4095-9110-0BF57EEB27F8}">
      <dsp:nvSpPr>
        <dsp:cNvPr id="0" name=""/>
        <dsp:cNvSpPr/>
      </dsp:nvSpPr>
      <dsp:spPr>
        <a:xfrm>
          <a:off x="0" y="1123147"/>
          <a:ext cx="751705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89EC96-715B-4CCB-9D36-5F595440BF73}">
      <dsp:nvSpPr>
        <dsp:cNvPr id="0" name=""/>
        <dsp:cNvSpPr/>
      </dsp:nvSpPr>
      <dsp:spPr>
        <a:xfrm>
          <a:off x="375852" y="857467"/>
          <a:ext cx="5261936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89" tIns="0" rIns="198889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Human health impacts from high MP levels</a:t>
          </a:r>
        </a:p>
      </dsp:txBody>
      <dsp:txXfrm>
        <a:off x="401791" y="883406"/>
        <a:ext cx="5210058" cy="479482"/>
      </dsp:txXfrm>
    </dsp:sp>
    <dsp:sp modelId="{E73F6113-C48B-45C9-ADA0-03BB99853BD8}">
      <dsp:nvSpPr>
        <dsp:cNvPr id="0" name=""/>
        <dsp:cNvSpPr/>
      </dsp:nvSpPr>
      <dsp:spPr>
        <a:xfrm>
          <a:off x="0" y="1939627"/>
          <a:ext cx="751705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ECDC6-987C-47E1-B705-855FC00AA8B2}">
      <dsp:nvSpPr>
        <dsp:cNvPr id="0" name=""/>
        <dsp:cNvSpPr/>
      </dsp:nvSpPr>
      <dsp:spPr>
        <a:xfrm>
          <a:off x="375852" y="1673947"/>
          <a:ext cx="5261936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89" tIns="0" rIns="198889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Low-cost (relative to lab-based solutions)</a:t>
          </a:r>
        </a:p>
      </dsp:txBody>
      <dsp:txXfrm>
        <a:off x="401791" y="1699886"/>
        <a:ext cx="5210058" cy="479482"/>
      </dsp:txXfrm>
    </dsp:sp>
    <dsp:sp modelId="{329D69BD-BEAD-44D2-872B-01F4FE23819B}">
      <dsp:nvSpPr>
        <dsp:cNvPr id="0" name=""/>
        <dsp:cNvSpPr/>
      </dsp:nvSpPr>
      <dsp:spPr>
        <a:xfrm>
          <a:off x="0" y="2756107"/>
          <a:ext cx="751705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6A003-8BB8-4BCD-A830-C44F30C35AEA}">
      <dsp:nvSpPr>
        <dsp:cNvPr id="0" name=""/>
        <dsp:cNvSpPr/>
      </dsp:nvSpPr>
      <dsp:spPr>
        <a:xfrm>
          <a:off x="375852" y="2490427"/>
          <a:ext cx="5261936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89" tIns="0" rIns="198889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Real-time tracking</a:t>
          </a:r>
        </a:p>
      </dsp:txBody>
      <dsp:txXfrm>
        <a:off x="401791" y="2516366"/>
        <a:ext cx="5210058" cy="479482"/>
      </dsp:txXfrm>
    </dsp:sp>
    <dsp:sp modelId="{CA0909E5-44BE-4EF3-8B68-4270BD2CF067}">
      <dsp:nvSpPr>
        <dsp:cNvPr id="0" name=""/>
        <dsp:cNvSpPr/>
      </dsp:nvSpPr>
      <dsp:spPr>
        <a:xfrm>
          <a:off x="0" y="3572587"/>
          <a:ext cx="751705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1750-9A88-45C2-8493-F92A639A5E51}">
      <dsp:nvSpPr>
        <dsp:cNvPr id="0" name=""/>
        <dsp:cNvSpPr/>
      </dsp:nvSpPr>
      <dsp:spPr>
        <a:xfrm>
          <a:off x="375852" y="3306907"/>
          <a:ext cx="5261936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89" tIns="0" rIns="198889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1" kern="1200">
              <a:solidFill>
                <a:srgbClr val="FFFFFF"/>
              </a:solidFill>
              <a:latin typeface="Lucida Bright"/>
              <a:ea typeface="+mn-ea"/>
              <a:cs typeface="+mn-cs"/>
            </a:rPr>
            <a:t>Multi-sensor capabilities</a:t>
          </a:r>
        </a:p>
      </dsp:txBody>
      <dsp:txXfrm>
        <a:off x="401791" y="3332846"/>
        <a:ext cx="5210058" cy="47948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CFCA1A-8433-40AD-8083-236A024DAC61}">
      <dsp:nvSpPr>
        <dsp:cNvPr id="0" name=""/>
        <dsp:cNvSpPr/>
      </dsp:nvSpPr>
      <dsp:spPr>
        <a:xfrm>
          <a:off x="0" y="246226"/>
          <a:ext cx="9522891" cy="328302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9EF60-5FFA-46E5-A542-7AC6E5F7F30B}">
      <dsp:nvSpPr>
        <dsp:cNvPr id="0" name=""/>
        <dsp:cNvSpPr/>
      </dsp:nvSpPr>
      <dsp:spPr>
        <a:xfrm>
          <a:off x="732" y="0"/>
          <a:ext cx="1173854" cy="328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F0302020204030204"/>
            </a:rPr>
            <a:t> </a:t>
          </a:r>
          <a:endParaRPr lang="en-US" sz="1100" kern="1200"/>
        </a:p>
      </dsp:txBody>
      <dsp:txXfrm>
        <a:off x="732" y="0"/>
        <a:ext cx="1173854" cy="328302"/>
      </dsp:txXfrm>
    </dsp:sp>
    <dsp:sp modelId="{6C786474-868B-4BA2-A4E4-5039C12BA732}">
      <dsp:nvSpPr>
        <dsp:cNvPr id="0" name=""/>
        <dsp:cNvSpPr/>
      </dsp:nvSpPr>
      <dsp:spPr>
        <a:xfrm>
          <a:off x="546621" y="369340"/>
          <a:ext cx="82075" cy="820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35C47-C216-4AD0-B323-CC23C9B9C17C}">
      <dsp:nvSpPr>
        <dsp:cNvPr id="0" name=""/>
        <dsp:cNvSpPr/>
      </dsp:nvSpPr>
      <dsp:spPr>
        <a:xfrm>
          <a:off x="1233279" y="492453"/>
          <a:ext cx="1173854" cy="328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F0302020204030204"/>
            </a:rPr>
            <a:t> </a:t>
          </a:r>
        </a:p>
      </dsp:txBody>
      <dsp:txXfrm>
        <a:off x="1233279" y="492453"/>
        <a:ext cx="1173854" cy="328302"/>
      </dsp:txXfrm>
    </dsp:sp>
    <dsp:sp modelId="{D5158A3C-18E9-4A7F-9322-705FBA37BCC5}">
      <dsp:nvSpPr>
        <dsp:cNvPr id="0" name=""/>
        <dsp:cNvSpPr/>
      </dsp:nvSpPr>
      <dsp:spPr>
        <a:xfrm>
          <a:off x="1779168" y="369340"/>
          <a:ext cx="82075" cy="820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C0C71-3F13-4175-8A3B-145214503452}">
      <dsp:nvSpPr>
        <dsp:cNvPr id="0" name=""/>
        <dsp:cNvSpPr/>
      </dsp:nvSpPr>
      <dsp:spPr>
        <a:xfrm>
          <a:off x="2465826" y="0"/>
          <a:ext cx="1173854" cy="328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F0302020204030204"/>
            </a:rPr>
            <a:t> </a:t>
          </a:r>
        </a:p>
      </dsp:txBody>
      <dsp:txXfrm>
        <a:off x="2465826" y="0"/>
        <a:ext cx="1173854" cy="328302"/>
      </dsp:txXfrm>
    </dsp:sp>
    <dsp:sp modelId="{5B71543C-FF01-4C4B-AC73-70CC5D16B52D}">
      <dsp:nvSpPr>
        <dsp:cNvPr id="0" name=""/>
        <dsp:cNvSpPr/>
      </dsp:nvSpPr>
      <dsp:spPr>
        <a:xfrm>
          <a:off x="3011716" y="369340"/>
          <a:ext cx="82075" cy="820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C9AD8-F581-4C4B-9028-602B1591A3EE}">
      <dsp:nvSpPr>
        <dsp:cNvPr id="0" name=""/>
        <dsp:cNvSpPr/>
      </dsp:nvSpPr>
      <dsp:spPr>
        <a:xfrm>
          <a:off x="3698373" y="492453"/>
          <a:ext cx="1173854" cy="328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F0302020204030204"/>
            </a:rPr>
            <a:t> </a:t>
          </a:r>
        </a:p>
      </dsp:txBody>
      <dsp:txXfrm>
        <a:off x="3698373" y="492453"/>
        <a:ext cx="1173854" cy="328302"/>
      </dsp:txXfrm>
    </dsp:sp>
    <dsp:sp modelId="{199E3D4D-F3F7-4483-A92C-01AB9209DEEE}">
      <dsp:nvSpPr>
        <dsp:cNvPr id="0" name=""/>
        <dsp:cNvSpPr/>
      </dsp:nvSpPr>
      <dsp:spPr>
        <a:xfrm>
          <a:off x="4244263" y="369340"/>
          <a:ext cx="82075" cy="820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82031-9278-4283-AD06-D298AB64D8A2}">
      <dsp:nvSpPr>
        <dsp:cNvPr id="0" name=""/>
        <dsp:cNvSpPr/>
      </dsp:nvSpPr>
      <dsp:spPr>
        <a:xfrm>
          <a:off x="4930920" y="0"/>
          <a:ext cx="1173854" cy="328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F0302020204030204"/>
            </a:rPr>
            <a:t> </a:t>
          </a:r>
        </a:p>
      </dsp:txBody>
      <dsp:txXfrm>
        <a:off x="4930920" y="0"/>
        <a:ext cx="1173854" cy="328302"/>
      </dsp:txXfrm>
    </dsp:sp>
    <dsp:sp modelId="{637B0142-E81F-4FFE-8F11-E39B02CC0A1F}">
      <dsp:nvSpPr>
        <dsp:cNvPr id="0" name=""/>
        <dsp:cNvSpPr/>
      </dsp:nvSpPr>
      <dsp:spPr>
        <a:xfrm>
          <a:off x="5476810" y="369340"/>
          <a:ext cx="82075" cy="820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1896B-9711-40A7-AECE-FA158F7281B6}">
      <dsp:nvSpPr>
        <dsp:cNvPr id="0" name=""/>
        <dsp:cNvSpPr/>
      </dsp:nvSpPr>
      <dsp:spPr>
        <a:xfrm>
          <a:off x="6163468" y="492453"/>
          <a:ext cx="1173854" cy="328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F0302020204030204"/>
            </a:rPr>
            <a:t> </a:t>
          </a:r>
        </a:p>
      </dsp:txBody>
      <dsp:txXfrm>
        <a:off x="6163468" y="492453"/>
        <a:ext cx="1173854" cy="328302"/>
      </dsp:txXfrm>
    </dsp:sp>
    <dsp:sp modelId="{447633AE-2611-462C-ABF9-9A60AFE983C4}">
      <dsp:nvSpPr>
        <dsp:cNvPr id="0" name=""/>
        <dsp:cNvSpPr/>
      </dsp:nvSpPr>
      <dsp:spPr>
        <a:xfrm>
          <a:off x="6709357" y="369340"/>
          <a:ext cx="82075" cy="820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3EA62-AB4B-4A85-BCDB-F2C03E49FD07}">
      <dsp:nvSpPr>
        <dsp:cNvPr id="0" name=""/>
        <dsp:cNvSpPr/>
      </dsp:nvSpPr>
      <dsp:spPr>
        <a:xfrm>
          <a:off x="7396015" y="0"/>
          <a:ext cx="1173854" cy="328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F0302020204030204"/>
            </a:rPr>
            <a:t> </a:t>
          </a:r>
        </a:p>
      </dsp:txBody>
      <dsp:txXfrm>
        <a:off x="7396015" y="0"/>
        <a:ext cx="1173854" cy="328302"/>
      </dsp:txXfrm>
    </dsp:sp>
    <dsp:sp modelId="{103EB45F-509F-47EA-B53A-85ADFE102A4E}">
      <dsp:nvSpPr>
        <dsp:cNvPr id="0" name=""/>
        <dsp:cNvSpPr/>
      </dsp:nvSpPr>
      <dsp:spPr>
        <a:xfrm>
          <a:off x="7941904" y="369340"/>
          <a:ext cx="82075" cy="820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D19CA-6995-468B-9384-5D7A8C204BA7}" type="datetimeFigureOut"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628E8-76B2-48D6-8231-B4CC7F28D48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12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(Jan)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28E8-76B2-48D6-8231-B4CC7F28D480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74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(Alex)</a:t>
            </a:r>
          </a:p>
          <a:p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Microplastics are now found throughout the ocean, from surface waters to deep-sea sediments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Because of their small size, they’re easily mistaken for food by marine organisms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Zooplankton, fish, and invertebrates ingest microplastics either directly or indirectly</a:t>
            </a:r>
            <a:endParaRPr lang="en-US">
              <a:ea typeface="Calibri"/>
              <a:cs typeface="Calibri"/>
            </a:endParaRPr>
          </a:p>
          <a:p>
            <a:pPr lvl="1" indent="-171450">
              <a:buFont typeface="Courier New"/>
              <a:buChar char="o"/>
            </a:pPr>
            <a:r>
              <a:rPr lang="en-US"/>
              <a:t>These particles move up the food chain as predators consume contaminated prey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Ingestion of microplastics disrupt feeding, growth, and reproduction of marine life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Overall, microplastics weaken marine food webs and reduce ecosystem health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28E8-76B2-48D6-8231-B4CC7F28D480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50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(Jan)</a:t>
            </a:r>
          </a:p>
          <a:p>
            <a:r>
              <a:rPr lang="en-US">
                <a:ea typeface="Calibri"/>
                <a:cs typeface="Calibri"/>
              </a:rPr>
              <a:t>"The aquaculture industry has a massive global presence </a:t>
            </a:r>
          </a:p>
          <a:p>
            <a:r>
              <a:rPr lang="en-US">
                <a:ea typeface="Calibri"/>
                <a:cs typeface="Calibri"/>
              </a:rPr>
              <a:t>Read FACTS</a:t>
            </a:r>
          </a:p>
          <a:p>
            <a:r>
              <a:rPr lang="en-US">
                <a:ea typeface="Calibri"/>
                <a:cs typeface="Calibri"/>
              </a:rPr>
              <a:t>Having a reliable system MP detection system, that helps boost offspring fertility rates has the potential to become the new status quo rapidly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28E8-76B2-48D6-8231-B4CC7F28D480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82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(Alex)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FTIR, Raman, and SEM-EDS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Advanced material characterization techniques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Used to identify chemical composition and structure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FTIR (Fourier Transform Infrared Spectroscopy)</a:t>
            </a:r>
            <a:br>
              <a:rPr lang="en-US">
                <a:cs typeface="+mn-lt"/>
              </a:rPr>
            </a:br>
            <a:r>
              <a:rPr lang="en-US"/>
              <a:t> Identifies chemical bonds and functional groups by measuring how a material absorbs infrared light.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Raman Spectroscopy</a:t>
            </a:r>
            <a:br>
              <a:rPr lang="en-US">
                <a:cs typeface="+mn-lt"/>
              </a:rPr>
            </a:br>
            <a:r>
              <a:rPr lang="en-US"/>
              <a:t> Determines molecular structure by analyzing how laser light scatters when it interacts with a material.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SEM-EDS (Scanning Electron Microscopy with Energy-Dispersive X-ray Spectroscopy)</a:t>
            </a:r>
            <a:br>
              <a:rPr lang="en-US">
                <a:cs typeface="+mn-lt"/>
              </a:rPr>
            </a:br>
            <a:r>
              <a:rPr lang="en-US"/>
              <a:t> SEM provides high-resolution images of a sample’s surface, while EDS identifies its elemental composition.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r>
              <a:rPr lang="en-US"/>
              <a:t>Expensive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Instruments cost $10,000+ (often much higher)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High maintenance and operating costs in specialized facilities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Lab-Based (Slow Results)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/>
              <a:t>Difficult to Use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Requires technical training to operate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Complex setup and calibration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Data interpretation needs expert knowledge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28E8-76B2-48D6-8231-B4CC7F28D480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08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(Alex)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Notes to mention and expand on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Real-time: 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505nm laser (ideal for accurate detection)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slow flowing sample (maintains accuracy in isolated sensor area)</a:t>
            </a:r>
            <a:endParaRPr lang="en-US"/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Cost Effective: 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esp32 microcontroller (strong processing power for fair price)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Semi module (can opt out of not needed sensors for specific application)</a:t>
            </a: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App</a:t>
            </a: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Portability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Small, </a:t>
            </a: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Field Ready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Floating, sealed electronics</a:t>
            </a: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28E8-76B2-48D6-8231-B4CC7F28D480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3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(Alex)</a:t>
            </a:r>
          </a:p>
          <a:p>
            <a:r>
              <a:rPr lang="en-US">
                <a:ea typeface="Calibri"/>
                <a:cs typeface="Calibri"/>
              </a:rPr>
              <a:t>Copper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Readily available material</a:t>
            </a:r>
          </a:p>
          <a:p>
            <a:r>
              <a:rPr lang="en-US">
                <a:ea typeface="Calibri"/>
                <a:cs typeface="Calibri"/>
              </a:rPr>
              <a:t>Modular construction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Can be adjusted for specific use case/location</a:t>
            </a:r>
          </a:p>
          <a:p>
            <a:r>
              <a:rPr lang="en-US">
                <a:ea typeface="Calibri"/>
                <a:cs typeface="Calibri"/>
              </a:rPr>
              <a:t>Maintenance 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Removable laser module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Hose barb fitting for standardization to pipe fittings</a:t>
            </a: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28E8-76B2-48D6-8231-B4CC7F28D480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72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(Jan)</a:t>
            </a:r>
          </a:p>
          <a:p>
            <a:r>
              <a:rPr lang="en-US">
                <a:ea typeface="Calibri"/>
                <a:cs typeface="Calibri"/>
              </a:rPr>
              <a:t>Our application will provides users with an intuitive, easy data access through </a:t>
            </a:r>
            <a:r>
              <a:rPr lang="en-US" err="1">
                <a:ea typeface="Calibri"/>
                <a:cs typeface="Calibri"/>
              </a:rPr>
              <a:t>WiFi</a:t>
            </a:r>
            <a:r>
              <a:rPr lang="en-US">
                <a:ea typeface="Calibri"/>
                <a:cs typeface="Calibri"/>
              </a:rPr>
              <a:t> </a:t>
            </a:r>
          </a:p>
          <a:p>
            <a:r>
              <a:rPr lang="en-US">
                <a:ea typeface="Calibri"/>
                <a:cs typeface="Calibri"/>
              </a:rPr>
              <a:t>It consolidates all the TTOMPH system data readings in real-time, </a:t>
            </a:r>
          </a:p>
          <a:p>
            <a:r>
              <a:rPr lang="en-US">
                <a:ea typeface="Calibri"/>
                <a:cs typeface="Calibri"/>
              </a:rPr>
              <a:t>to allow marine animal farmers with all the relevant information to optimize the farming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28E8-76B2-48D6-8231-B4CC7F28D480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56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E933F-6B34-0F86-6F61-0BC61B0B6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FD95E-186D-2BC2-2403-0C4BCE6BF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B70D9-5732-3325-6213-B8DCED23D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(Jan)</a:t>
            </a:r>
          </a:p>
          <a:p>
            <a:r>
              <a:rPr lang="en-US">
                <a:ea typeface="Calibri"/>
                <a:cs typeface="Calibri"/>
              </a:rPr>
              <a:t>Here are some screenshots of the current state of our GUI.</a:t>
            </a:r>
          </a:p>
          <a:p>
            <a:r>
              <a:rPr lang="en-US">
                <a:ea typeface="Calibri"/>
                <a:cs typeface="Calibri"/>
              </a:rPr>
              <a:t>The start detecting button prompts users to the menu page that allows users to choose between the three screens:</a:t>
            </a:r>
          </a:p>
          <a:p>
            <a:r>
              <a:rPr lang="en-US">
                <a:ea typeface="Calibri"/>
                <a:cs typeface="Calibri"/>
              </a:rPr>
              <a:t>Dashboard, Capture and Manage Detectors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The dashboard screen allows the user to start new data captures 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Captures are divided by detector to help facilitate </a:t>
            </a:r>
            <a:r>
              <a:rPr lang="en-US" err="1">
                <a:ea typeface="Calibri"/>
                <a:cs typeface="Calibri"/>
              </a:rPr>
              <a:t>scalabilty</a:t>
            </a:r>
            <a:r>
              <a:rPr lang="en-US">
                <a:ea typeface="Calibri"/>
                <a:cs typeface="Calibri"/>
              </a:rPr>
              <a:t>, as </a:t>
            </a:r>
            <a:r>
              <a:rPr lang="en-US" err="1">
                <a:ea typeface="Calibri"/>
                <a:cs typeface="Calibri"/>
              </a:rPr>
              <a:t>diferent</a:t>
            </a:r>
            <a:r>
              <a:rPr lang="en-US">
                <a:ea typeface="Calibri"/>
                <a:cs typeface="Calibri"/>
              </a:rPr>
              <a:t> water tanks may have different needs 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Lastly we have a manage detection page to help us connect the detectors via </a:t>
            </a:r>
            <a:r>
              <a:rPr lang="en-US" err="1">
                <a:ea typeface="Calibri"/>
                <a:cs typeface="Calibri"/>
              </a:rPr>
              <a:t>WiFi</a:t>
            </a:r>
            <a:r>
              <a:rPr lang="en-US">
                <a:ea typeface="Calibri"/>
                <a:cs typeface="Calibri"/>
              </a:rPr>
              <a:t> </a:t>
            </a:r>
          </a:p>
          <a:p>
            <a:r>
              <a:rPr lang="en-US">
                <a:ea typeface="Calibri"/>
                <a:cs typeface="Calibri"/>
              </a:rPr>
              <a:t>Ideally we are looking to have our app posted on the </a:t>
            </a:r>
            <a:r>
              <a:rPr lang="en-US" err="1">
                <a:ea typeface="Calibri"/>
                <a:cs typeface="Calibri"/>
              </a:rPr>
              <a:t>appstore</a:t>
            </a:r>
            <a:r>
              <a:rPr lang="en-US">
                <a:ea typeface="Calibri"/>
                <a:cs typeface="Calibri"/>
              </a:rPr>
              <a:t> and google playstore </a:t>
            </a: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90760-0616-43AE-8995-2955D6C30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28E8-76B2-48D6-8231-B4CC7F28D480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56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(Jan)</a:t>
            </a:r>
          </a:p>
          <a:p>
            <a:r>
              <a:rPr lang="en-US">
                <a:ea typeface="Calibri"/>
                <a:cs typeface="Calibri"/>
              </a:rPr>
              <a:t>Our solution is cheaper than the current lab based methods </a:t>
            </a:r>
          </a:p>
          <a:p>
            <a:r>
              <a:rPr lang="en-US">
                <a:ea typeface="Calibri"/>
                <a:cs typeface="Calibri"/>
              </a:rPr>
              <a:t>Currently, we'd have no competitors as no one inside the aquaculture industry has applied a MPs detection to their water quality systems making our design and idea more appealing for fish farmers</a:t>
            </a:r>
          </a:p>
          <a:p>
            <a:r>
              <a:rPr lang="en-US">
                <a:ea typeface="Calibri"/>
                <a:cs typeface="Calibri"/>
              </a:rPr>
              <a:t>New EU MP regulations are demonstrating a global trend of rising public awareness in MPs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This could lead to a forced compliance to track MPs, which are system does 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28E8-76B2-48D6-8231-B4CC7F28D480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43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(Alex) 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Proof of concept (3d printed prototype)</a:t>
            </a:r>
          </a:p>
          <a:p>
            <a:r>
              <a:rPr lang="en-US">
                <a:ea typeface="Calibri"/>
                <a:cs typeface="Calibri"/>
              </a:rPr>
              <a:t>Prototype (copper, current) </a:t>
            </a:r>
          </a:p>
          <a:p>
            <a:r>
              <a:rPr lang="en-US">
                <a:ea typeface="Calibri"/>
                <a:cs typeface="Calibri"/>
              </a:rPr>
              <a:t>Manufacturing plan (aluminum/stainless steel machined) </a:t>
            </a:r>
          </a:p>
          <a:p>
            <a:r>
              <a:rPr lang="en-US">
                <a:ea typeface="Calibri"/>
                <a:cs typeface="Calibri"/>
              </a:rPr>
              <a:t>O2 + ML (O2 is standalone and expensive so can be implemented last, ML to optimize turbidity + MP detection)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28E8-76B2-48D6-8231-B4CC7F28D480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272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13" Type="http://schemas.microsoft.com/office/2007/relationships/diagramDrawing" Target="../diagrams/drawing7.xml"/><Relationship Id="rId18" Type="http://schemas.microsoft.com/office/2007/relationships/diagramDrawing" Target="../diagrams/drawing8.xml"/><Relationship Id="rId26" Type="http://schemas.openxmlformats.org/officeDocument/2006/relationships/diagramQuickStyle" Target="../diagrams/quickStyle10.xml"/><Relationship Id="rId3" Type="http://schemas.openxmlformats.org/officeDocument/2006/relationships/image" Target="../media/image1.jpeg"/><Relationship Id="rId21" Type="http://schemas.openxmlformats.org/officeDocument/2006/relationships/diagramQuickStyle" Target="../diagrams/quickStyle9.xml"/><Relationship Id="rId7" Type="http://schemas.openxmlformats.org/officeDocument/2006/relationships/diagramColors" Target="../diagrams/colors6.xml"/><Relationship Id="rId12" Type="http://schemas.openxmlformats.org/officeDocument/2006/relationships/diagramColors" Target="../diagrams/colors7.xml"/><Relationship Id="rId17" Type="http://schemas.openxmlformats.org/officeDocument/2006/relationships/diagramColors" Target="../diagrams/colors8.xml"/><Relationship Id="rId25" Type="http://schemas.openxmlformats.org/officeDocument/2006/relationships/diagramLayout" Target="../diagrams/layout10.xml"/><Relationship Id="rId2" Type="http://schemas.openxmlformats.org/officeDocument/2006/relationships/notesSlide" Target="../notesSlides/notesSlide6.xml"/><Relationship Id="rId16" Type="http://schemas.openxmlformats.org/officeDocument/2006/relationships/diagramQuickStyle" Target="../diagrams/quickStyle8.xml"/><Relationship Id="rId20" Type="http://schemas.openxmlformats.org/officeDocument/2006/relationships/diagramLayout" Target="../diagrams/layout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6.xml"/><Relationship Id="rId11" Type="http://schemas.openxmlformats.org/officeDocument/2006/relationships/diagramQuickStyle" Target="../diagrams/quickStyle7.xml"/><Relationship Id="rId24" Type="http://schemas.openxmlformats.org/officeDocument/2006/relationships/diagramData" Target="../diagrams/data10.xml"/><Relationship Id="rId5" Type="http://schemas.openxmlformats.org/officeDocument/2006/relationships/diagramLayout" Target="../diagrams/layout6.xml"/><Relationship Id="rId15" Type="http://schemas.openxmlformats.org/officeDocument/2006/relationships/diagramLayout" Target="../diagrams/layout8.xml"/><Relationship Id="rId23" Type="http://schemas.microsoft.com/office/2007/relationships/diagramDrawing" Target="../diagrams/drawing9.xml"/><Relationship Id="rId28" Type="http://schemas.microsoft.com/office/2007/relationships/diagramDrawing" Target="../diagrams/drawing10.xml"/><Relationship Id="rId10" Type="http://schemas.openxmlformats.org/officeDocument/2006/relationships/diagramLayout" Target="../diagrams/layout7.xml"/><Relationship Id="rId19" Type="http://schemas.openxmlformats.org/officeDocument/2006/relationships/diagramData" Target="../diagrams/data9.xml"/><Relationship Id="rId4" Type="http://schemas.openxmlformats.org/officeDocument/2006/relationships/diagramData" Target="../diagrams/data6.xml"/><Relationship Id="rId9" Type="http://schemas.openxmlformats.org/officeDocument/2006/relationships/diagramData" Target="../diagrams/data7.xml"/><Relationship Id="rId14" Type="http://schemas.openxmlformats.org/officeDocument/2006/relationships/diagramData" Target="../diagrams/data8.xml"/><Relationship Id="rId22" Type="http://schemas.openxmlformats.org/officeDocument/2006/relationships/diagramColors" Target="../diagrams/colors9.xml"/><Relationship Id="rId27" Type="http://schemas.openxmlformats.org/officeDocument/2006/relationships/diagramColors" Target="../diagrams/colors10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13" Type="http://schemas.microsoft.com/office/2007/relationships/diagramDrawing" Target="../diagrams/drawing12.xml"/><Relationship Id="rId18" Type="http://schemas.microsoft.com/office/2007/relationships/diagramDrawing" Target="../diagrams/drawing13.xml"/><Relationship Id="rId3" Type="http://schemas.openxmlformats.org/officeDocument/2006/relationships/image" Target="../media/image1.jpeg"/><Relationship Id="rId21" Type="http://schemas.openxmlformats.org/officeDocument/2006/relationships/diagramQuickStyle" Target="../diagrams/quickStyle14.xml"/><Relationship Id="rId7" Type="http://schemas.openxmlformats.org/officeDocument/2006/relationships/diagramColors" Target="../diagrams/colors11.xml"/><Relationship Id="rId12" Type="http://schemas.openxmlformats.org/officeDocument/2006/relationships/diagramColors" Target="../diagrams/colors12.xml"/><Relationship Id="rId17" Type="http://schemas.openxmlformats.org/officeDocument/2006/relationships/diagramColors" Target="../diagrams/colors13.xml"/><Relationship Id="rId2" Type="http://schemas.openxmlformats.org/officeDocument/2006/relationships/notesSlide" Target="../notesSlides/notesSlide7.xml"/><Relationship Id="rId16" Type="http://schemas.openxmlformats.org/officeDocument/2006/relationships/diagramQuickStyle" Target="../diagrams/quickStyle13.xml"/><Relationship Id="rId20" Type="http://schemas.openxmlformats.org/officeDocument/2006/relationships/diagramLayout" Target="../diagrams/layout1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1.xml"/><Relationship Id="rId11" Type="http://schemas.openxmlformats.org/officeDocument/2006/relationships/diagramQuickStyle" Target="../diagrams/quickStyle12.xml"/><Relationship Id="rId5" Type="http://schemas.openxmlformats.org/officeDocument/2006/relationships/diagramLayout" Target="../diagrams/layout11.xml"/><Relationship Id="rId15" Type="http://schemas.openxmlformats.org/officeDocument/2006/relationships/diagramLayout" Target="../diagrams/layout13.xml"/><Relationship Id="rId23" Type="http://schemas.microsoft.com/office/2007/relationships/diagramDrawing" Target="../diagrams/drawing14.xml"/><Relationship Id="rId10" Type="http://schemas.openxmlformats.org/officeDocument/2006/relationships/diagramLayout" Target="../diagrams/layout12.xml"/><Relationship Id="rId19" Type="http://schemas.openxmlformats.org/officeDocument/2006/relationships/diagramData" Target="../diagrams/data14.xml"/><Relationship Id="rId4" Type="http://schemas.openxmlformats.org/officeDocument/2006/relationships/diagramData" Target="../diagrams/data11.xml"/><Relationship Id="rId9" Type="http://schemas.openxmlformats.org/officeDocument/2006/relationships/diagramData" Target="../diagrams/data12.xml"/><Relationship Id="rId14" Type="http://schemas.openxmlformats.org/officeDocument/2006/relationships/diagramData" Target="../diagrams/data13.xml"/><Relationship Id="rId22" Type="http://schemas.openxmlformats.org/officeDocument/2006/relationships/diagramColors" Target="../diagrams/colors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E4351318-EF5F-9B7D-1902-0829B4F62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BAA6AB-B313-834C-7843-325C2FB2EBE4}"/>
              </a:ext>
            </a:extLst>
          </p:cNvPr>
          <p:cNvSpPr txBox="1"/>
          <p:nvPr/>
        </p:nvSpPr>
        <p:spPr>
          <a:xfrm>
            <a:off x="1267775" y="2311433"/>
            <a:ext cx="9651036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TTOMPH – Pioneering The Way For Microplastic Detection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C2A31-84CE-B793-E4E8-D1DE1C0892A5}"/>
              </a:ext>
            </a:extLst>
          </p:cNvPr>
          <p:cNvSpPr txBox="1"/>
          <p:nvPr/>
        </p:nvSpPr>
        <p:spPr>
          <a:xfrm>
            <a:off x="1267774" y="4381750"/>
            <a:ext cx="96510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Jan </a:t>
            </a:r>
            <a:r>
              <a:rPr lang="en-US" b="1" i="1" err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Wodnicki</a:t>
            </a:r>
            <a:r>
              <a:rPr lang="en-US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, Alex Hazen</a:t>
            </a:r>
            <a:r>
              <a:rPr lang="en-US" b="1" i="1">
                <a:solidFill>
                  <a:schemeClr val="bg1">
                    <a:lumMod val="95000"/>
                  </a:schemeClr>
                </a:solidFill>
                <a:latin typeface="Lucida Bright"/>
                <a:cs typeface="Times New Roman"/>
              </a:rPr>
              <a:t>, and </a:t>
            </a:r>
            <a:r>
              <a:rPr lang="en-US" b="1" i="1" err="1">
                <a:solidFill>
                  <a:schemeClr val="bg1">
                    <a:lumMod val="95000"/>
                  </a:schemeClr>
                </a:solidFill>
                <a:latin typeface="Lucida Bright"/>
                <a:cs typeface="Times New Roman"/>
              </a:rPr>
              <a:t>Oluwamurede</a:t>
            </a:r>
            <a:r>
              <a:rPr lang="en-US" b="1" i="1">
                <a:solidFill>
                  <a:schemeClr val="bg1">
                    <a:lumMod val="95000"/>
                  </a:schemeClr>
                </a:solidFill>
                <a:latin typeface="Lucida Bright"/>
                <a:cs typeface="Times New Roman"/>
              </a:rPr>
              <a:t> </a:t>
            </a:r>
            <a:r>
              <a:rPr lang="en-US" b="1" i="1" err="1">
                <a:solidFill>
                  <a:schemeClr val="bg1">
                    <a:lumMod val="95000"/>
                  </a:schemeClr>
                </a:solidFill>
                <a:latin typeface="Lucida Bright"/>
                <a:cs typeface="Times New Roman"/>
              </a:rPr>
              <a:t>Adetiba</a:t>
            </a:r>
            <a:endParaRPr lang="en-US" sz="1200" err="1">
              <a:solidFill>
                <a:schemeClr val="bg1">
                  <a:lumMod val="95000"/>
                </a:schemeClr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2D4D4-9039-BDF6-5FCC-1D9A0CB19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F427EF2C-29D9-22B7-9847-0D940DB16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5D9C96-5775-34E5-0E52-6B080C69B14D}"/>
              </a:ext>
            </a:extLst>
          </p:cNvPr>
          <p:cNvSpPr txBox="1"/>
          <p:nvPr/>
        </p:nvSpPr>
        <p:spPr>
          <a:xfrm>
            <a:off x="1267775" y="666699"/>
            <a:ext cx="965103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What are 'Microplastics' 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2EE477E-5B85-D558-E829-7796AF0656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9833931"/>
              </p:ext>
            </p:extLst>
          </p:nvPr>
        </p:nvGraphicFramePr>
        <p:xfrm>
          <a:off x="2379946" y="1715022"/>
          <a:ext cx="7432109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1812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4C465-3472-923B-8409-0DFB4828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339EB8E6-D157-012E-1D2A-895228CD7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52C945-CFB8-A400-CF69-9EB7175F2D46}"/>
              </a:ext>
            </a:extLst>
          </p:cNvPr>
          <p:cNvSpPr txBox="1"/>
          <p:nvPr/>
        </p:nvSpPr>
        <p:spPr>
          <a:xfrm>
            <a:off x="1267775" y="593631"/>
            <a:ext cx="965103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Ecological Impacts of MPs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6F00A8E-A21B-9AEE-8BE1-366C6D3CAE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707398"/>
              </p:ext>
            </p:extLst>
          </p:nvPr>
        </p:nvGraphicFramePr>
        <p:xfrm>
          <a:off x="2153956" y="1720109"/>
          <a:ext cx="7878350" cy="3416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39756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2DF0-5315-0493-C08B-E2CFD0B5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98C1F0DC-C12B-55FF-D8D9-57E2D494E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F5FA41-01C4-E6C4-C1FD-04C545F1E38B}"/>
              </a:ext>
            </a:extLst>
          </p:cNvPr>
          <p:cNvSpPr txBox="1"/>
          <p:nvPr/>
        </p:nvSpPr>
        <p:spPr>
          <a:xfrm>
            <a:off x="1267775" y="624946"/>
            <a:ext cx="965103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Aquaculture Industry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8054BE2-4C70-2033-C988-45E97B7C1C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1289471"/>
              </p:ext>
            </p:extLst>
          </p:nvPr>
        </p:nvGraphicFramePr>
        <p:xfrm>
          <a:off x="2332711" y="1724203"/>
          <a:ext cx="7526577" cy="366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82702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47FD-5224-3B93-5B8E-C961DB1F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8A133328-C793-C055-D268-A752342F2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C88AA9-B0E5-34A2-F299-C4A352AFE222}"/>
              </a:ext>
            </a:extLst>
          </p:cNvPr>
          <p:cNvSpPr txBox="1"/>
          <p:nvPr/>
        </p:nvSpPr>
        <p:spPr>
          <a:xfrm>
            <a:off x="1507857" y="645823"/>
            <a:ext cx="917087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MP Detection Methods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FD52296-FE1A-E621-7873-C61C7B411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3955937"/>
              </p:ext>
            </p:extLst>
          </p:nvPr>
        </p:nvGraphicFramePr>
        <p:xfrm>
          <a:off x="3037561" y="1715022"/>
          <a:ext cx="6116877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97832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02AAB-96FB-1B53-93DA-D1E3D011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C0A1D213-BD86-790B-5E0A-D1B377099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2ECA03-636A-15CB-0E32-74BD8890463B}"/>
              </a:ext>
            </a:extLst>
          </p:cNvPr>
          <p:cNvSpPr txBox="1"/>
          <p:nvPr/>
        </p:nvSpPr>
        <p:spPr>
          <a:xfrm>
            <a:off x="1267775" y="677138"/>
            <a:ext cx="965103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Our Solution – </a:t>
            </a:r>
            <a:r>
              <a:rPr lang="en-US" sz="4400" b="1" i="1" err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TTOMPpH</a:t>
            </a:r>
            <a:endParaRPr lang="en-US" sz="4400" b="1" i="1">
              <a:solidFill>
                <a:schemeClr val="bg1">
                  <a:lumMod val="95000"/>
                </a:schemeClr>
              </a:solidFill>
              <a:latin typeface="Lucida Bright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D0289A5-B795-0A8B-A44C-01E7B16BDC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3270026"/>
              </p:ext>
            </p:extLst>
          </p:nvPr>
        </p:nvGraphicFramePr>
        <p:xfrm>
          <a:off x="2342236" y="1628775"/>
          <a:ext cx="7517052" cy="4067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3782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ED9F-6B04-DAD6-55C7-92B043E3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7491DE72-974F-F310-4935-19BFB136B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B9EFBB-9BEC-902B-9A22-68208983C288}"/>
              </a:ext>
            </a:extLst>
          </p:cNvPr>
          <p:cNvSpPr txBox="1"/>
          <p:nvPr/>
        </p:nvSpPr>
        <p:spPr>
          <a:xfrm>
            <a:off x="1267775" y="589105"/>
            <a:ext cx="9651036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Our Solution – </a:t>
            </a:r>
            <a:r>
              <a:rPr lang="en-US" sz="4400" b="1" i="1" err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TTOMPpH</a:t>
            </a:r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: Prototype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88F4FC1-AD89-7590-075D-6E83EBA74C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5049746"/>
              </p:ext>
            </p:extLst>
          </p:nvPr>
        </p:nvGraphicFramePr>
        <p:xfrm>
          <a:off x="807423" y="2034549"/>
          <a:ext cx="3782621" cy="817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55" name="Diagram 154">
            <a:extLst>
              <a:ext uri="{FF2B5EF4-FFF2-40B4-BE49-F238E27FC236}">
                <a16:creationId xmlns:a16="http://schemas.microsoft.com/office/drawing/2014/main" id="{927919F1-8415-B6D0-7087-5F9214180F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639626"/>
              </p:ext>
            </p:extLst>
          </p:nvPr>
        </p:nvGraphicFramePr>
        <p:xfrm>
          <a:off x="2688599" y="3052014"/>
          <a:ext cx="3782621" cy="817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254" name="Diagram 253">
            <a:extLst>
              <a:ext uri="{FF2B5EF4-FFF2-40B4-BE49-F238E27FC236}">
                <a16:creationId xmlns:a16="http://schemas.microsoft.com/office/drawing/2014/main" id="{E748DA33-1920-3A2C-8E89-F216B5B070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23125"/>
              </p:ext>
            </p:extLst>
          </p:nvPr>
        </p:nvGraphicFramePr>
        <p:xfrm>
          <a:off x="793045" y="4034426"/>
          <a:ext cx="3782621" cy="817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586" name="Diagram 585">
            <a:extLst>
              <a:ext uri="{FF2B5EF4-FFF2-40B4-BE49-F238E27FC236}">
                <a16:creationId xmlns:a16="http://schemas.microsoft.com/office/drawing/2014/main" id="{53A33780-2D55-8D21-8000-54C93C6AD5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0749192"/>
              </p:ext>
            </p:extLst>
          </p:nvPr>
        </p:nvGraphicFramePr>
        <p:xfrm>
          <a:off x="2691500" y="5026110"/>
          <a:ext cx="3782621" cy="817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graphicFrame>
        <p:nvGraphicFramePr>
          <p:cNvPr id="171" name="Diagram 170">
            <a:extLst>
              <a:ext uri="{FF2B5EF4-FFF2-40B4-BE49-F238E27FC236}">
                <a16:creationId xmlns:a16="http://schemas.microsoft.com/office/drawing/2014/main" id="{A81AB020-3167-24BC-EEA4-0D32EAF4F7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034954"/>
              </p:ext>
            </p:extLst>
          </p:nvPr>
        </p:nvGraphicFramePr>
        <p:xfrm>
          <a:off x="7030236" y="2875290"/>
          <a:ext cx="4702674" cy="1563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4" r:lo="rId25" r:qs="rId26" r:cs="rId27"/>
          </a:graphicData>
        </a:graphic>
      </p:graphicFrame>
    </p:spTree>
    <p:extLst>
      <p:ext uri="{BB962C8B-B14F-4D97-AF65-F5344CB8AC3E}">
        <p14:creationId xmlns:p14="http://schemas.microsoft.com/office/powerpoint/2010/main" val="1374096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03E8-04E1-0E32-2EAC-A2625F536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5E72B340-131D-6D81-5DE0-3FF6AE181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9EEEBB-960D-2383-1B18-E2E8814E7CE8}"/>
              </a:ext>
            </a:extLst>
          </p:cNvPr>
          <p:cNvSpPr txBox="1"/>
          <p:nvPr/>
        </p:nvSpPr>
        <p:spPr>
          <a:xfrm>
            <a:off x="1789693" y="609981"/>
            <a:ext cx="8607201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Our Solution – </a:t>
            </a:r>
            <a:r>
              <a:rPr lang="en-US" sz="4400" b="1" i="1" err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TTOMPpH</a:t>
            </a:r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: Live-monitoring App</a:t>
            </a:r>
          </a:p>
        </p:txBody>
      </p:sp>
      <p:graphicFrame>
        <p:nvGraphicFramePr>
          <p:cNvPr id="636" name="Diagram 635">
            <a:extLst>
              <a:ext uri="{FF2B5EF4-FFF2-40B4-BE49-F238E27FC236}">
                <a16:creationId xmlns:a16="http://schemas.microsoft.com/office/drawing/2014/main" id="{D98DDC06-B9A8-0A1A-1E6D-2C2B57576F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8644735"/>
              </p:ext>
            </p:extLst>
          </p:nvPr>
        </p:nvGraphicFramePr>
        <p:xfrm>
          <a:off x="936819" y="2437115"/>
          <a:ext cx="4932809" cy="587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701" name="Diagram 700">
            <a:extLst>
              <a:ext uri="{FF2B5EF4-FFF2-40B4-BE49-F238E27FC236}">
                <a16:creationId xmlns:a16="http://schemas.microsoft.com/office/drawing/2014/main" id="{E9B0BF18-7A18-9E9A-2F01-AF2BD9341F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5502864"/>
              </p:ext>
            </p:extLst>
          </p:nvPr>
        </p:nvGraphicFramePr>
        <p:xfrm>
          <a:off x="6673385" y="3199114"/>
          <a:ext cx="4587753" cy="84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818" name="Diagram 817">
            <a:extLst>
              <a:ext uri="{FF2B5EF4-FFF2-40B4-BE49-F238E27FC236}">
                <a16:creationId xmlns:a16="http://schemas.microsoft.com/office/drawing/2014/main" id="{4526585D-FF7F-0737-4D9E-11F96C0406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4855337"/>
              </p:ext>
            </p:extLst>
          </p:nvPr>
        </p:nvGraphicFramePr>
        <p:xfrm>
          <a:off x="965574" y="4219905"/>
          <a:ext cx="4875300" cy="673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906" name="Diagram 905">
            <a:extLst>
              <a:ext uri="{FF2B5EF4-FFF2-40B4-BE49-F238E27FC236}">
                <a16:creationId xmlns:a16="http://schemas.microsoft.com/office/drawing/2014/main" id="{D0D3365E-353F-DB12-4961-72BB0119F2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6989572"/>
              </p:ext>
            </p:extLst>
          </p:nvPr>
        </p:nvGraphicFramePr>
        <p:xfrm>
          <a:off x="6486479" y="5025037"/>
          <a:ext cx="4875299" cy="760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</p:spTree>
    <p:extLst>
      <p:ext uri="{BB962C8B-B14F-4D97-AF65-F5344CB8AC3E}">
        <p14:creationId xmlns:p14="http://schemas.microsoft.com/office/powerpoint/2010/main" val="2393208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69B1F-724C-9EC9-70F4-26A1C722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733A2C85-365A-1AB8-80CC-5B92D9478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721AFA-85C3-7D91-FE3A-AF5A3E5BCD9C}"/>
              </a:ext>
            </a:extLst>
          </p:cNvPr>
          <p:cNvSpPr txBox="1"/>
          <p:nvPr/>
        </p:nvSpPr>
        <p:spPr>
          <a:xfrm>
            <a:off x="1789693" y="510195"/>
            <a:ext cx="8607201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Our Solution – </a:t>
            </a:r>
            <a:r>
              <a:rPr lang="en-US" sz="4400" b="1" i="1" err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TTOMPpH</a:t>
            </a:r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: Live-monitoring App</a:t>
            </a:r>
          </a:p>
        </p:txBody>
      </p:sp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A131D50C-B8CC-BB8C-22CC-ACE80348F0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283" t="33862" r="30357" b="33333"/>
          <a:stretch>
            <a:fillRect/>
          </a:stretch>
        </p:blipFill>
        <p:spPr>
          <a:xfrm>
            <a:off x="1914072" y="2059216"/>
            <a:ext cx="8354795" cy="39279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1953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AADA9-C049-8D35-25A2-E2491DE02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221B6C41-FBC1-6CB0-67F7-2A64360F8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C2C5D0-6BF9-BEDB-8800-A383B5DCC699}"/>
              </a:ext>
            </a:extLst>
          </p:cNvPr>
          <p:cNvSpPr txBox="1"/>
          <p:nvPr/>
        </p:nvSpPr>
        <p:spPr>
          <a:xfrm>
            <a:off x="1267775" y="604070"/>
            <a:ext cx="965103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Social &amp; Economic Feasibility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D16ADCB-E17B-87C1-BEAF-39B39C1D4F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3604586"/>
              </p:ext>
            </p:extLst>
          </p:nvPr>
        </p:nvGraphicFramePr>
        <p:xfrm>
          <a:off x="2342236" y="1628775"/>
          <a:ext cx="7517052" cy="4067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4959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C83C-392B-6253-6379-8C9C8C78B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134C3E79-B8E3-75FA-F177-D303BA3A2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942274-06B9-C5EA-0B77-AFA61D181C25}"/>
              </a:ext>
            </a:extLst>
          </p:cNvPr>
          <p:cNvSpPr txBox="1"/>
          <p:nvPr/>
        </p:nvSpPr>
        <p:spPr>
          <a:xfrm>
            <a:off x="1267775" y="614508"/>
            <a:ext cx="965103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Future of </a:t>
            </a:r>
            <a:r>
              <a:rPr lang="en-US" sz="4400" b="1" i="1" err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TTOMPpH</a:t>
            </a:r>
            <a:endParaRPr lang="en-US" sz="4400" b="1" i="1">
              <a:solidFill>
                <a:schemeClr val="bg1">
                  <a:lumMod val="95000"/>
                </a:schemeClr>
              </a:solidFill>
              <a:latin typeface="Lucida Br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8CFBF-7CA0-9E78-DE1F-64E587172546}"/>
              </a:ext>
            </a:extLst>
          </p:cNvPr>
          <p:cNvSpPr txBox="1"/>
          <p:nvPr/>
        </p:nvSpPr>
        <p:spPr>
          <a:xfrm>
            <a:off x="330506" y="2846023"/>
            <a:ext cx="23135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Lucida Bright"/>
              </a:rPr>
              <a:t>Problem Statement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253FE-E34F-1812-1BE5-3C34BCAEA3AE}"/>
              </a:ext>
            </a:extLst>
          </p:cNvPr>
          <p:cNvSpPr txBox="1"/>
          <p:nvPr/>
        </p:nvSpPr>
        <p:spPr>
          <a:xfrm>
            <a:off x="1123057" y="3883444"/>
            <a:ext cx="23686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Lucida Bright"/>
              </a:rPr>
              <a:t>Ideation/feasibility comparison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CA226-8637-7180-1AE0-780D84825663}"/>
              </a:ext>
            </a:extLst>
          </p:cNvPr>
          <p:cNvSpPr txBox="1"/>
          <p:nvPr/>
        </p:nvSpPr>
        <p:spPr>
          <a:xfrm>
            <a:off x="2744585" y="2335620"/>
            <a:ext cx="21299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Lucida Bright"/>
              </a:rPr>
              <a:t>Proof of Concept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895904-1D28-572F-9C7B-61A1C630B37B}"/>
              </a:ext>
            </a:extLst>
          </p:cNvPr>
          <p:cNvSpPr txBox="1"/>
          <p:nvPr/>
        </p:nvSpPr>
        <p:spPr>
          <a:xfrm>
            <a:off x="3488223" y="4204769"/>
            <a:ext cx="27725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Lucida Bright"/>
              </a:rPr>
              <a:t>Design Iteration and Feature Enhancement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6FC5E-AC15-8FBE-A5B8-813E57D6C727}"/>
              </a:ext>
            </a:extLst>
          </p:cNvPr>
          <p:cNvSpPr txBox="1"/>
          <p:nvPr/>
        </p:nvSpPr>
        <p:spPr>
          <a:xfrm>
            <a:off x="5148955" y="2846857"/>
            <a:ext cx="18912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Lucida Bright"/>
              </a:rPr>
              <a:t>Prototype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18DA50-0199-4B24-F1D5-022F2589A57F}"/>
              </a:ext>
            </a:extLst>
          </p:cNvPr>
          <p:cNvSpPr txBox="1"/>
          <p:nvPr/>
        </p:nvSpPr>
        <p:spPr>
          <a:xfrm>
            <a:off x="6674386" y="3883443"/>
            <a:ext cx="21115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Lucida Bright"/>
              </a:rPr>
              <a:t>Testing and Validation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D1E45-1421-6E9F-9C88-79227630E59D}"/>
              </a:ext>
            </a:extLst>
          </p:cNvPr>
          <p:cNvSpPr txBox="1"/>
          <p:nvPr/>
        </p:nvSpPr>
        <p:spPr>
          <a:xfrm>
            <a:off x="9825104" y="3165844"/>
            <a:ext cx="21815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Lucida Bright"/>
              </a:rPr>
              <a:t>Implementation of O2 Sensor and Machine Learning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B6B6C1-4943-A61C-D42F-6D3960C63222}"/>
              </a:ext>
            </a:extLst>
          </p:cNvPr>
          <p:cNvSpPr txBox="1"/>
          <p:nvPr/>
        </p:nvSpPr>
        <p:spPr>
          <a:xfrm>
            <a:off x="7243589" y="2203371"/>
            <a:ext cx="309390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Lucida Bright"/>
              </a:rPr>
              <a:t>Manufacturing Plan and Feature Refinement</a:t>
            </a:r>
            <a:endParaRPr lang="en-US">
              <a:solidFill>
                <a:schemeClr val="bg1"/>
              </a:solidFill>
              <a:latin typeface="Aptos"/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42CEA93E-4798-1A64-14AE-7895B723BF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4872273"/>
              </p:ext>
            </p:extLst>
          </p:nvPr>
        </p:nvGraphicFramePr>
        <p:xfrm>
          <a:off x="333443" y="3216006"/>
          <a:ext cx="9522891" cy="820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49" name="Oval 148">
            <a:extLst>
              <a:ext uri="{FF2B5EF4-FFF2-40B4-BE49-F238E27FC236}">
                <a16:creationId xmlns:a16="http://schemas.microsoft.com/office/drawing/2014/main" id="{C35F86C0-1309-4726-43CC-99E9A15A7ECF}"/>
              </a:ext>
            </a:extLst>
          </p:cNvPr>
          <p:cNvSpPr/>
          <p:nvPr/>
        </p:nvSpPr>
        <p:spPr>
          <a:xfrm>
            <a:off x="6951325" y="3534577"/>
            <a:ext cx="189380" cy="187029"/>
          </a:xfrm>
          <a:prstGeom prst="ellipse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41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49E9-768C-135C-5D99-039B0241D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hool of fish swimming in the water">
            <a:extLst>
              <a:ext uri="{FF2B5EF4-FFF2-40B4-BE49-F238E27FC236}">
                <a16:creationId xmlns:a16="http://schemas.microsoft.com/office/drawing/2014/main" id="{EA750434-A86F-3C2C-17ED-38ED8C964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7A2270-BD23-A646-2661-FF76D6147E04}"/>
              </a:ext>
            </a:extLst>
          </p:cNvPr>
          <p:cNvSpPr txBox="1"/>
          <p:nvPr/>
        </p:nvSpPr>
        <p:spPr>
          <a:xfrm>
            <a:off x="3438953" y="2138706"/>
            <a:ext cx="531911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i="1">
                <a:solidFill>
                  <a:schemeClr val="bg1">
                    <a:lumMod val="95000"/>
                  </a:schemeClr>
                </a:solidFill>
                <a:latin typeface="Lucida Bright"/>
              </a:rPr>
              <a:t>THANK YOU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3311011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2026-01-15T21:23:47Z</dcterms:created>
  <dcterms:modified xsi:type="dcterms:W3CDTF">2026-01-24T15:56:03Z</dcterms:modified>
</cp:coreProperties>
</file>